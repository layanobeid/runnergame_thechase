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B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5CDD6F-FFC8-41F6-A3EC-A96A8EB538DA}" v="226" dt="2026-05-07T16:33:41.177"/>
    <p1510:client id="{5FDB27B0-3FE4-4195-8EDE-E3BC8E61D05B}" v="2210" dt="2026-05-08T11:38:50.739"/>
    <p1510:client id="{79316A6C-B093-4099-BD04-3BE3D6F1E2F4}" v="8" dt="2026-05-06T17:03:25.5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yanobeid30@gmail.com" userId="3d5579763a62b87a" providerId="Windows Live" clId="Web-{79316A6C-B093-4099-BD04-3BE3D6F1E2F4}"/>
    <pc:docChg chg="addSld modSld">
      <pc:chgData name="layanobeid30@gmail.com" userId="3d5579763a62b87a" providerId="Windows Live" clId="Web-{79316A6C-B093-4099-BD04-3BE3D6F1E2F4}" dt="2026-05-06T17:03:44.197" v="7"/>
      <pc:docMkLst>
        <pc:docMk/>
      </pc:docMkLst>
      <pc:sldChg chg="modTransition">
        <pc:chgData name="layanobeid30@gmail.com" userId="3d5579763a62b87a" providerId="Windows Live" clId="Web-{79316A6C-B093-4099-BD04-3BE3D6F1E2F4}" dt="2026-05-06T17:02:41.336" v="4"/>
        <pc:sldMkLst>
          <pc:docMk/>
          <pc:sldMk cId="109857222" sldId="256"/>
        </pc:sldMkLst>
      </pc:sldChg>
      <pc:sldChg chg="addSp modSp new mod modTransition setBg">
        <pc:chgData name="layanobeid30@gmail.com" userId="3d5579763a62b87a" providerId="Windows Live" clId="Web-{79316A6C-B093-4099-BD04-3BE3D6F1E2F4}" dt="2026-05-06T17:03:44.197" v="7"/>
        <pc:sldMkLst>
          <pc:docMk/>
          <pc:sldMk cId="3426581758" sldId="257"/>
        </pc:sldMkLst>
      </pc:sldChg>
    </pc:docChg>
  </pc:docChgLst>
  <pc:docChgLst>
    <pc:chgData name="layanobeid30@gmail.com" userId="3d5579763a62b87a" providerId="Windows Live" clId="Web-{5FDB27B0-3FE4-4195-8EDE-E3BC8E61D05B}"/>
    <pc:docChg chg="addSld delSld modSld sldOrd">
      <pc:chgData name="layanobeid30@gmail.com" userId="3d5579763a62b87a" providerId="Windows Live" clId="Web-{5FDB27B0-3FE4-4195-8EDE-E3BC8E61D05B}" dt="2026-05-08T11:38:54.599" v="1944"/>
      <pc:docMkLst>
        <pc:docMk/>
      </pc:docMkLst>
      <pc:sldChg chg="addSp delSp modSp">
        <pc:chgData name="layanobeid30@gmail.com" userId="3d5579763a62b87a" providerId="Windows Live" clId="Web-{5FDB27B0-3FE4-4195-8EDE-E3BC8E61D05B}" dt="2026-05-08T06:39:41.449" v="1155" actId="14100"/>
        <pc:sldMkLst>
          <pc:docMk/>
          <pc:sldMk cId="3426581758" sldId="257"/>
        </pc:sldMkLst>
        <pc:spChg chg="mod ord">
          <ac:chgData name="layanobeid30@gmail.com" userId="3d5579763a62b87a" providerId="Windows Live" clId="Web-{5FDB27B0-3FE4-4195-8EDE-E3BC8E61D05B}" dt="2026-05-08T06:39:18.120" v="1150"/>
          <ac:spMkLst>
            <pc:docMk/>
            <pc:sldMk cId="3426581758" sldId="257"/>
            <ac:spMk id="7" creationId="{9E4390A2-5E0D-30B6-FE67-DC6B4673605E}"/>
          </ac:spMkLst>
        </pc:spChg>
        <pc:spChg chg="add del">
          <ac:chgData name="layanobeid30@gmail.com" userId="3d5579763a62b87a" providerId="Windows Live" clId="Web-{5FDB27B0-3FE4-4195-8EDE-E3BC8E61D05B}" dt="2026-05-08T06:37:37.056" v="1139"/>
          <ac:spMkLst>
            <pc:docMk/>
            <pc:sldMk cId="3426581758" sldId="257"/>
            <ac:spMk id="24" creationId="{23E547B5-89CF-4EC0-96DE-25771AED0799}"/>
          </ac:spMkLst>
        </pc:spChg>
        <pc:spChg chg="add del">
          <ac:chgData name="layanobeid30@gmail.com" userId="3d5579763a62b87a" providerId="Windows Live" clId="Web-{5FDB27B0-3FE4-4195-8EDE-E3BC8E61D05B}" dt="2026-05-08T06:37:37.056" v="1139"/>
          <ac:spMkLst>
            <pc:docMk/>
            <pc:sldMk cId="3426581758" sldId="257"/>
            <ac:spMk id="25" creationId="{3F0B8CEB-8279-4E5E-A0CE-1FC9F71736F2}"/>
          </ac:spMkLst>
        </pc:spChg>
        <pc:spChg chg="mod ord">
          <ac:chgData name="layanobeid30@gmail.com" userId="3d5579763a62b87a" providerId="Windows Live" clId="Web-{5FDB27B0-3FE4-4195-8EDE-E3BC8E61D05B}" dt="2026-05-08T06:39:41.449" v="1155" actId="14100"/>
          <ac:spMkLst>
            <pc:docMk/>
            <pc:sldMk cId="3426581758" sldId="257"/>
            <ac:spMk id="26" creationId="{2F1B8E35-F916-5A5E-5F40-4A7EFE590841}"/>
          </ac:spMkLst>
        </pc:spChg>
        <pc:spChg chg="add del">
          <ac:chgData name="layanobeid30@gmail.com" userId="3d5579763a62b87a" providerId="Windows Live" clId="Web-{5FDB27B0-3FE4-4195-8EDE-E3BC8E61D05B}" dt="2026-05-08T06:37:13.852" v="1134"/>
          <ac:spMkLst>
            <pc:docMk/>
            <pc:sldMk cId="3426581758" sldId="257"/>
            <ac:spMk id="31" creationId="{2EB492CD-616E-47F8-933B-5E2D952A0593}"/>
          </ac:spMkLst>
        </pc:spChg>
        <pc:spChg chg="add del">
          <ac:chgData name="layanobeid30@gmail.com" userId="3d5579763a62b87a" providerId="Windows Live" clId="Web-{5FDB27B0-3FE4-4195-8EDE-E3BC8E61D05B}" dt="2026-05-08T06:37:13.852" v="1134"/>
          <ac:spMkLst>
            <pc:docMk/>
            <pc:sldMk cId="3426581758" sldId="257"/>
            <ac:spMk id="33" creationId="{59383CF9-23B5-4335-9B21-1791C4CF1C75}"/>
          </ac:spMkLst>
        </pc:spChg>
        <pc:spChg chg="add del">
          <ac:chgData name="layanobeid30@gmail.com" userId="3d5579763a62b87a" providerId="Windows Live" clId="Web-{5FDB27B0-3FE4-4195-8EDE-E3BC8E61D05B}" dt="2026-05-08T06:37:13.852" v="1134"/>
          <ac:spMkLst>
            <pc:docMk/>
            <pc:sldMk cId="3426581758" sldId="257"/>
            <ac:spMk id="35" creationId="{0007FE00-9498-4706-B255-6437B0252C02}"/>
          </ac:spMkLst>
        </pc:spChg>
        <pc:spChg chg="add del">
          <ac:chgData name="layanobeid30@gmail.com" userId="3d5579763a62b87a" providerId="Windows Live" clId="Web-{5FDB27B0-3FE4-4195-8EDE-E3BC8E61D05B}" dt="2026-05-08T06:37:24.618" v="1136"/>
          <ac:spMkLst>
            <pc:docMk/>
            <pc:sldMk cId="3426581758" sldId="257"/>
            <ac:spMk id="37" creationId="{D009D6D5-DAC2-4A8B-A17A-E206B9012D09}"/>
          </ac:spMkLst>
        </pc:spChg>
        <pc:spChg chg="add del">
          <ac:chgData name="layanobeid30@gmail.com" userId="3d5579763a62b87a" providerId="Windows Live" clId="Web-{5FDB27B0-3FE4-4195-8EDE-E3BC8E61D05B}" dt="2026-05-08T06:37:37.040" v="1138"/>
          <ac:spMkLst>
            <pc:docMk/>
            <pc:sldMk cId="3426581758" sldId="257"/>
            <ac:spMk id="39" creationId="{23E547B5-89CF-4EC0-96DE-25771AED0799}"/>
          </ac:spMkLst>
        </pc:spChg>
        <pc:spChg chg="add del">
          <ac:chgData name="layanobeid30@gmail.com" userId="3d5579763a62b87a" providerId="Windows Live" clId="Web-{5FDB27B0-3FE4-4195-8EDE-E3BC8E61D05B}" dt="2026-05-08T06:37:37.040" v="1138"/>
          <ac:spMkLst>
            <pc:docMk/>
            <pc:sldMk cId="3426581758" sldId="257"/>
            <ac:spMk id="40" creationId="{3F0B8CEB-8279-4E5E-A0CE-1FC9F71736F2}"/>
          </ac:spMkLst>
        </pc:spChg>
        <pc:spChg chg="add">
          <ac:chgData name="layanobeid30@gmail.com" userId="3d5579763a62b87a" providerId="Windows Live" clId="Web-{5FDB27B0-3FE4-4195-8EDE-E3BC8E61D05B}" dt="2026-05-08T06:37:37.056" v="1139"/>
          <ac:spMkLst>
            <pc:docMk/>
            <pc:sldMk cId="3426581758" sldId="257"/>
            <ac:spMk id="42" creationId="{04812C46-200A-4DEB-A05E-3ED6C68C2387}"/>
          </ac:spMkLst>
        </pc:spChg>
        <pc:spChg chg="add">
          <ac:chgData name="layanobeid30@gmail.com" userId="3d5579763a62b87a" providerId="Windows Live" clId="Web-{5FDB27B0-3FE4-4195-8EDE-E3BC8E61D05B}" dt="2026-05-08T06:37:37.056" v="1139"/>
          <ac:spMkLst>
            <pc:docMk/>
            <pc:sldMk cId="3426581758" sldId="257"/>
            <ac:spMk id="43" creationId="{D1EA859B-E555-4109-94F3-6700E046E008}"/>
          </ac:spMkLst>
        </pc:spChg>
        <pc:picChg chg="add del mod">
          <ac:chgData name="layanobeid30@gmail.com" userId="3d5579763a62b87a" providerId="Windows Live" clId="Web-{5FDB27B0-3FE4-4195-8EDE-E3BC8E61D05B}" dt="2026-05-08T06:38:06.556" v="1143"/>
          <ac:picMkLst>
            <pc:docMk/>
            <pc:sldMk cId="3426581758" sldId="257"/>
            <ac:picMk id="2" creationId="{DBFEF0CE-AF07-7797-CEB8-3B25EA1AD7DD}"/>
          </ac:picMkLst>
        </pc:picChg>
        <pc:picChg chg="add mod">
          <ac:chgData name="layanobeid30@gmail.com" userId="3d5579763a62b87a" providerId="Windows Live" clId="Web-{5FDB27B0-3FE4-4195-8EDE-E3BC8E61D05B}" dt="2026-05-08T06:38:43.916" v="1145"/>
          <ac:picMkLst>
            <pc:docMk/>
            <pc:sldMk cId="3426581758" sldId="257"/>
            <ac:picMk id="3" creationId="{E1BFBB62-5FAB-EE3D-2F79-39376D521369}"/>
          </ac:picMkLst>
        </pc:picChg>
        <pc:picChg chg="del">
          <ac:chgData name="layanobeid30@gmail.com" userId="3d5579763a62b87a" providerId="Windows Live" clId="Web-{5FDB27B0-3FE4-4195-8EDE-E3BC8E61D05B}" dt="2026-05-08T06:36:27.070" v="1131"/>
          <ac:picMkLst>
            <pc:docMk/>
            <pc:sldMk cId="3426581758" sldId="257"/>
            <ac:picMk id="6" creationId="{C8AF9D3C-46BF-3284-0C8B-E6B9D6391289}"/>
          </ac:picMkLst>
        </pc:picChg>
      </pc:sldChg>
      <pc:sldChg chg="ord">
        <pc:chgData name="layanobeid30@gmail.com" userId="3d5579763a62b87a" providerId="Windows Live" clId="Web-{5FDB27B0-3FE4-4195-8EDE-E3BC8E61D05B}" dt="2026-05-07T17:21:33.162" v="2"/>
        <pc:sldMkLst>
          <pc:docMk/>
          <pc:sldMk cId="1666372490" sldId="259"/>
        </pc:sldMkLst>
      </pc:sldChg>
      <pc:sldChg chg="addSp delSp modSp new mod ord modTransition setBg">
        <pc:chgData name="layanobeid30@gmail.com" userId="3d5579763a62b87a" providerId="Windows Live" clId="Web-{5FDB27B0-3FE4-4195-8EDE-E3BC8E61D05B}" dt="2026-05-07T17:52:35.398" v="498" actId="1076"/>
        <pc:sldMkLst>
          <pc:docMk/>
          <pc:sldMk cId="2796498894" sldId="260"/>
        </pc:sldMkLst>
        <pc:spChg chg="del">
          <ac:chgData name="layanobeid30@gmail.com" userId="3d5579763a62b87a" providerId="Windows Live" clId="Web-{5FDB27B0-3FE4-4195-8EDE-E3BC8E61D05B}" dt="2026-05-07T17:28:18.637" v="4"/>
          <ac:spMkLst>
            <pc:docMk/>
            <pc:sldMk cId="2796498894" sldId="260"/>
            <ac:spMk id="2" creationId="{EC3AE189-387E-9A9E-45C5-639B0E89188B}"/>
          </ac:spMkLst>
        </pc:spChg>
        <pc:spChg chg="del">
          <ac:chgData name="layanobeid30@gmail.com" userId="3d5579763a62b87a" providerId="Windows Live" clId="Web-{5FDB27B0-3FE4-4195-8EDE-E3BC8E61D05B}" dt="2026-05-07T17:28:16.262" v="3"/>
          <ac:spMkLst>
            <pc:docMk/>
            <pc:sldMk cId="2796498894" sldId="260"/>
            <ac:spMk id="3" creationId="{AC742E1B-9C45-A11B-8189-8930DD1A59D7}"/>
          </ac:spMkLst>
        </pc:spChg>
        <pc:spChg chg="add mod">
          <ac:chgData name="layanobeid30@gmail.com" userId="3d5579763a62b87a" providerId="Windows Live" clId="Web-{5FDB27B0-3FE4-4195-8EDE-E3BC8E61D05B}" dt="2026-05-07T17:35:45.848" v="49"/>
          <ac:spMkLst>
            <pc:docMk/>
            <pc:sldMk cId="2796498894" sldId="260"/>
            <ac:spMk id="7" creationId="{3B991E92-1973-03F9-72EA-CA840CEC5FDC}"/>
          </ac:spMkLst>
        </pc:spChg>
        <pc:spChg chg="add mod">
          <ac:chgData name="layanobeid30@gmail.com" userId="3d5579763a62b87a" providerId="Windows Live" clId="Web-{5FDB27B0-3FE4-4195-8EDE-E3BC8E61D05B}" dt="2026-05-07T17:51:07.144" v="408" actId="1076"/>
          <ac:spMkLst>
            <pc:docMk/>
            <pc:sldMk cId="2796498894" sldId="260"/>
            <ac:spMk id="8" creationId="{35E35771-5509-630A-EBDC-D944C8491FA3}"/>
          </ac:spMkLst>
        </pc:spChg>
        <pc:spChg chg="add del">
          <ac:chgData name="layanobeid30@gmail.com" userId="3d5579763a62b87a" providerId="Windows Live" clId="Web-{5FDB27B0-3FE4-4195-8EDE-E3BC8E61D05B}" dt="2026-05-07T17:29:29.403" v="14"/>
          <ac:spMkLst>
            <pc:docMk/>
            <pc:sldMk cId="2796498894" sldId="260"/>
            <ac:spMk id="10" creationId="{DE85DFFE-C3E0-4030-AE7F-A60F0A82AA42}"/>
          </ac:spMkLst>
        </pc:spChg>
        <pc:spChg chg="add del">
          <ac:chgData name="layanobeid30@gmail.com" userId="3d5579763a62b87a" providerId="Windows Live" clId="Web-{5FDB27B0-3FE4-4195-8EDE-E3BC8E61D05B}" dt="2026-05-07T17:29:30.747" v="16"/>
          <ac:spMkLst>
            <pc:docMk/>
            <pc:sldMk cId="2796498894" sldId="260"/>
            <ac:spMk id="12" creationId="{17A7F34E-D418-47E2-9F86-2C45BBC31210}"/>
          </ac:spMkLst>
        </pc:spChg>
        <pc:spChg chg="add del">
          <ac:chgData name="layanobeid30@gmail.com" userId="3d5579763a62b87a" providerId="Windows Live" clId="Web-{5FDB27B0-3FE4-4195-8EDE-E3BC8E61D05B}" dt="2026-05-07T17:29:30.747" v="16"/>
          <ac:spMkLst>
            <pc:docMk/>
            <pc:sldMk cId="2796498894" sldId="260"/>
            <ac:spMk id="13" creationId="{22F15A2D-2324-487D-A02A-BF46C5C580EB}"/>
          </ac:spMkLst>
        </pc:spChg>
        <pc:spChg chg="add del">
          <ac:chgData name="layanobeid30@gmail.com" userId="3d5579763a62b87a" providerId="Windows Live" clId="Web-{5FDB27B0-3FE4-4195-8EDE-E3BC8E61D05B}" dt="2026-05-07T17:29:30.747" v="16"/>
          <ac:spMkLst>
            <pc:docMk/>
            <pc:sldMk cId="2796498894" sldId="260"/>
            <ac:spMk id="14" creationId="{2AEAFA59-923A-4F54-8B49-44C970BCC323}"/>
          </ac:spMkLst>
        </pc:spChg>
        <pc:spChg chg="add del">
          <ac:chgData name="layanobeid30@gmail.com" userId="3d5579763a62b87a" providerId="Windows Live" clId="Web-{5FDB27B0-3FE4-4195-8EDE-E3BC8E61D05B}" dt="2026-05-07T17:30:38.452" v="22"/>
          <ac:spMkLst>
            <pc:docMk/>
            <pc:sldMk cId="2796498894" sldId="260"/>
            <ac:spMk id="18" creationId="{D153EDB2-4AAD-43F4-AE78-4D326C813369}"/>
          </ac:spMkLst>
        </pc:spChg>
        <pc:spChg chg="add mod">
          <ac:chgData name="layanobeid30@gmail.com" userId="3d5579763a62b87a" providerId="Windows Live" clId="Web-{5FDB27B0-3FE4-4195-8EDE-E3BC8E61D05B}" dt="2026-05-07T17:51:38.176" v="413"/>
          <ac:spMkLst>
            <pc:docMk/>
            <pc:sldMk cId="2796498894" sldId="260"/>
            <ac:spMk id="23" creationId="{D27BA637-C8F5-A5D7-B7F6-3A03E077C6E6}"/>
          </ac:spMkLst>
        </pc:spChg>
        <pc:spChg chg="add del">
          <ac:chgData name="layanobeid30@gmail.com" userId="3d5579763a62b87a" providerId="Windows Live" clId="Web-{5FDB27B0-3FE4-4195-8EDE-E3BC8E61D05B}" dt="2026-05-07T17:30:35.951" v="19"/>
          <ac:spMkLst>
            <pc:docMk/>
            <pc:sldMk cId="2796498894" sldId="260"/>
            <ac:spMk id="26" creationId="{8950AD4C-6AF3-49F8-94E1-DBCAFB39478B}"/>
          </ac:spMkLst>
        </pc:spChg>
        <pc:spChg chg="add del">
          <ac:chgData name="layanobeid30@gmail.com" userId="3d5579763a62b87a" providerId="Windows Live" clId="Web-{5FDB27B0-3FE4-4195-8EDE-E3BC8E61D05B}" dt="2026-05-07T17:30:35.951" v="19"/>
          <ac:spMkLst>
            <pc:docMk/>
            <pc:sldMk cId="2796498894" sldId="260"/>
            <ac:spMk id="28" creationId="{DEAEE08D-A745-4391-9073-9E99767E09D4}"/>
          </ac:spMkLst>
        </pc:spChg>
        <pc:spChg chg="add del">
          <ac:chgData name="layanobeid30@gmail.com" userId="3d5579763a62b87a" providerId="Windows Live" clId="Web-{5FDB27B0-3FE4-4195-8EDE-E3BC8E61D05B}" dt="2026-05-07T17:30:35.951" v="19"/>
          <ac:spMkLst>
            <pc:docMk/>
            <pc:sldMk cId="2796498894" sldId="260"/>
            <ac:spMk id="30" creationId="{7E862DF0-097D-4BBD-A1A1-35B522C5EB97}"/>
          </ac:spMkLst>
        </pc:spChg>
        <pc:spChg chg="add">
          <ac:chgData name="layanobeid30@gmail.com" userId="3d5579763a62b87a" providerId="Windows Live" clId="Web-{5FDB27B0-3FE4-4195-8EDE-E3BC8E61D05B}" dt="2026-05-07T17:30:38.452" v="22"/>
          <ac:spMkLst>
            <pc:docMk/>
            <pc:sldMk cId="2796498894" sldId="260"/>
            <ac:spMk id="34" creationId="{7BDAC5B6-20CE-447F-8BA1-F2274AC7AE5B}"/>
          </ac:spMkLst>
        </pc:spChg>
        <pc:spChg chg="add">
          <ac:chgData name="layanobeid30@gmail.com" userId="3d5579763a62b87a" providerId="Windows Live" clId="Web-{5FDB27B0-3FE4-4195-8EDE-E3BC8E61D05B}" dt="2026-05-07T17:30:38.452" v="22"/>
          <ac:spMkLst>
            <pc:docMk/>
            <pc:sldMk cId="2796498894" sldId="260"/>
            <ac:spMk id="35" creationId="{D1D22B31-BF8F-446B-9009-8A251FB177CB}"/>
          </ac:spMkLst>
        </pc:spChg>
        <pc:grpChg chg="add del">
          <ac:chgData name="layanobeid30@gmail.com" userId="3d5579763a62b87a" providerId="Windows Live" clId="Web-{5FDB27B0-3FE4-4195-8EDE-E3BC8E61D05B}" dt="2026-05-07T17:30:38.452" v="22"/>
          <ac:grpSpMkLst>
            <pc:docMk/>
            <pc:sldMk cId="2796498894" sldId="260"/>
            <ac:grpSpMk id="19" creationId="{A3CB7779-72E2-4E92-AE18-6BBC335DD881}"/>
          </ac:grpSpMkLst>
        </pc:grpChg>
        <pc:graphicFrameChg chg="add del">
          <ac:chgData name="layanobeid30@gmail.com" userId="3d5579763a62b87a" providerId="Windows Live" clId="Web-{5FDB27B0-3FE4-4195-8EDE-E3BC8E61D05B}" dt="2026-05-07T17:42:01.092" v="110"/>
          <ac:graphicFrameMkLst>
            <pc:docMk/>
            <pc:sldMk cId="2796498894" sldId="260"/>
            <ac:graphicFrameMk id="9" creationId="{D5416282-4DFA-7CC4-70BB-EC1616787AE6}"/>
          </ac:graphicFrameMkLst>
        </pc:graphicFrameChg>
        <pc:graphicFrameChg chg="add mod modGraphic">
          <ac:chgData name="layanobeid30@gmail.com" userId="3d5579763a62b87a" providerId="Windows Live" clId="Web-{5FDB27B0-3FE4-4195-8EDE-E3BC8E61D05B}" dt="2026-05-07T17:52:35.398" v="498" actId="1076"/>
          <ac:graphicFrameMkLst>
            <pc:docMk/>
            <pc:sldMk cId="2796498894" sldId="260"/>
            <ac:graphicFrameMk id="11" creationId="{19595283-9B32-12E3-7CCF-C0DA48C111B1}"/>
          </ac:graphicFrameMkLst>
        </pc:graphicFrameChg>
        <pc:graphicFrameChg chg="add del mod modGraphic">
          <ac:chgData name="layanobeid30@gmail.com" userId="3d5579763a62b87a" providerId="Windows Live" clId="Web-{5FDB27B0-3FE4-4195-8EDE-E3BC8E61D05B}" dt="2026-05-07T17:46:41.111" v="379"/>
          <ac:graphicFrameMkLst>
            <pc:docMk/>
            <pc:sldMk cId="2796498894" sldId="260"/>
            <ac:graphicFrameMk id="22" creationId="{2B71B4D7-CB69-45C7-9D7F-9DC5A5D350C2}"/>
          </ac:graphicFrameMkLst>
        </pc:graphicFrameChg>
        <pc:picChg chg="add del mod">
          <ac:chgData name="layanobeid30@gmail.com" userId="3d5579763a62b87a" providerId="Windows Live" clId="Web-{5FDB27B0-3FE4-4195-8EDE-E3BC8E61D05B}" dt="2026-05-07T17:28:27.762" v="7"/>
          <ac:picMkLst>
            <pc:docMk/>
            <pc:sldMk cId="2796498894" sldId="260"/>
            <ac:picMk id="4" creationId="{B2259F15-97D4-26A0-3BB8-2917A1E4384D}"/>
          </ac:picMkLst>
        </pc:picChg>
        <pc:picChg chg="add mod modCrop">
          <ac:chgData name="layanobeid30@gmail.com" userId="3d5579763a62b87a" providerId="Windows Live" clId="Web-{5FDB27B0-3FE4-4195-8EDE-E3BC8E61D05B}" dt="2026-05-07T17:34:48.892" v="42" actId="14100"/>
          <ac:picMkLst>
            <pc:docMk/>
            <pc:sldMk cId="2796498894" sldId="260"/>
            <ac:picMk id="5" creationId="{8B158629-F3E9-334C-D23A-F9A4D7AF1F13}"/>
          </ac:picMkLst>
        </pc:picChg>
        <pc:picChg chg="add mod ord">
          <ac:chgData name="layanobeid30@gmail.com" userId="3d5579763a62b87a" providerId="Windows Live" clId="Web-{5FDB27B0-3FE4-4195-8EDE-E3BC8E61D05B}" dt="2026-05-07T17:33:16.824" v="28"/>
          <ac:picMkLst>
            <pc:docMk/>
            <pc:sldMk cId="2796498894" sldId="260"/>
            <ac:picMk id="6" creationId="{52CCD685-0A7A-8568-4635-B694C1788FDF}"/>
          </ac:picMkLst>
        </pc:picChg>
        <pc:cxnChg chg="add del">
          <ac:chgData name="layanobeid30@gmail.com" userId="3d5579763a62b87a" providerId="Windows Live" clId="Web-{5FDB27B0-3FE4-4195-8EDE-E3BC8E61D05B}" dt="2026-05-07T17:30:38.436" v="21"/>
          <ac:cxnSpMkLst>
            <pc:docMk/>
            <pc:sldMk cId="2796498894" sldId="260"/>
            <ac:cxnSpMk id="32" creationId="{22F6364A-B358-4BEE-B158-0734D2C938D4}"/>
          </ac:cxnSpMkLst>
        </pc:cxnChg>
      </pc:sldChg>
      <pc:sldChg chg="addSp delSp modSp new addAnim modAnim">
        <pc:chgData name="layanobeid30@gmail.com" userId="3d5579763a62b87a" providerId="Windows Live" clId="Web-{5FDB27B0-3FE4-4195-8EDE-E3BC8E61D05B}" dt="2026-05-07T17:58:39.079" v="537"/>
        <pc:sldMkLst>
          <pc:docMk/>
          <pc:sldMk cId="1231430542" sldId="261"/>
        </pc:sldMkLst>
        <pc:spChg chg="del">
          <ac:chgData name="layanobeid30@gmail.com" userId="3d5579763a62b87a" providerId="Windows Live" clId="Web-{5FDB27B0-3FE4-4195-8EDE-E3BC8E61D05B}" dt="2026-05-07T17:54:07.120" v="501"/>
          <ac:spMkLst>
            <pc:docMk/>
            <pc:sldMk cId="1231430542" sldId="261"/>
            <ac:spMk id="2" creationId="{727C4104-91BC-740F-7D5F-E1A2EE375370}"/>
          </ac:spMkLst>
        </pc:spChg>
        <pc:spChg chg="del mod">
          <ac:chgData name="layanobeid30@gmail.com" userId="3d5579763a62b87a" providerId="Windows Live" clId="Web-{5FDB27B0-3FE4-4195-8EDE-E3BC8E61D05B}" dt="2026-05-07T17:54:05.370" v="500"/>
          <ac:spMkLst>
            <pc:docMk/>
            <pc:sldMk cId="1231430542" sldId="261"/>
            <ac:spMk id="3" creationId="{DBD71291-A4E9-B8A6-0DED-CAF155437E6E}"/>
          </ac:spMkLst>
        </pc:spChg>
        <pc:spChg chg="add mod">
          <ac:chgData name="layanobeid30@gmail.com" userId="3d5579763a62b87a" providerId="Windows Live" clId="Web-{5FDB27B0-3FE4-4195-8EDE-E3BC8E61D05B}" dt="2026-05-07T17:58:27.814" v="535" actId="1076"/>
          <ac:spMkLst>
            <pc:docMk/>
            <pc:sldMk cId="1231430542" sldId="261"/>
            <ac:spMk id="5" creationId="{CC05B546-8625-C5DC-0863-BB219C3EEC99}"/>
          </ac:spMkLst>
        </pc:spChg>
        <pc:spChg chg="add mod">
          <ac:chgData name="layanobeid30@gmail.com" userId="3d5579763a62b87a" providerId="Windows Live" clId="Web-{5FDB27B0-3FE4-4195-8EDE-E3BC8E61D05B}" dt="2026-05-07T17:58:23.079" v="534" actId="1076"/>
          <ac:spMkLst>
            <pc:docMk/>
            <pc:sldMk cId="1231430542" sldId="261"/>
            <ac:spMk id="7" creationId="{64753E40-C4A9-51B6-1D3E-8C78B1DE92F9}"/>
          </ac:spMkLst>
        </pc:spChg>
        <pc:picChg chg="add mod">
          <ac:chgData name="layanobeid30@gmail.com" userId="3d5579763a62b87a" providerId="Windows Live" clId="Web-{5FDB27B0-3FE4-4195-8EDE-E3BC8E61D05B}" dt="2026-05-07T17:55:44.841" v="511"/>
          <ac:picMkLst>
            <pc:docMk/>
            <pc:sldMk cId="1231430542" sldId="261"/>
            <ac:picMk id="4" creationId="{EF9C27AB-3CC7-5540-7AC8-513AF046736A}"/>
          </ac:picMkLst>
        </pc:picChg>
        <pc:picChg chg="add del mod">
          <ac:chgData name="layanobeid30@gmail.com" userId="3d5579763a62b87a" providerId="Windows Live" clId="Web-{5FDB27B0-3FE4-4195-8EDE-E3BC8E61D05B}" dt="2026-05-07T17:56:38.296" v="516"/>
          <ac:picMkLst>
            <pc:docMk/>
            <pc:sldMk cId="1231430542" sldId="261"/>
            <ac:picMk id="6" creationId="{0F2F6EA9-5D66-02D1-8CA4-7270955A1FE8}"/>
          </ac:picMkLst>
        </pc:picChg>
      </pc:sldChg>
      <pc:sldChg chg="addSp delSp modSp new modTransition">
        <pc:chgData name="layanobeid30@gmail.com" userId="3d5579763a62b87a" providerId="Windows Live" clId="Web-{5FDB27B0-3FE4-4195-8EDE-E3BC8E61D05B}" dt="2026-05-08T04:25:43.596" v="887" actId="1076"/>
        <pc:sldMkLst>
          <pc:docMk/>
          <pc:sldMk cId="2256346652" sldId="262"/>
        </pc:sldMkLst>
        <pc:spChg chg="del">
          <ac:chgData name="layanobeid30@gmail.com" userId="3d5579763a62b87a" providerId="Windows Live" clId="Web-{5FDB27B0-3FE4-4195-8EDE-E3BC8E61D05B}" dt="2026-05-07T17:59:13.174" v="540"/>
          <ac:spMkLst>
            <pc:docMk/>
            <pc:sldMk cId="2256346652" sldId="262"/>
            <ac:spMk id="2" creationId="{EF1695CD-4E67-1091-2AB8-E01D70EED10E}"/>
          </ac:spMkLst>
        </pc:spChg>
        <pc:spChg chg="del">
          <ac:chgData name="layanobeid30@gmail.com" userId="3d5579763a62b87a" providerId="Windows Live" clId="Web-{5FDB27B0-3FE4-4195-8EDE-E3BC8E61D05B}" dt="2026-05-07T17:59:10.330" v="539"/>
          <ac:spMkLst>
            <pc:docMk/>
            <pc:sldMk cId="2256346652" sldId="262"/>
            <ac:spMk id="3" creationId="{42695C34-3AD2-878B-D200-A22818C14989}"/>
          </ac:spMkLst>
        </pc:spChg>
        <pc:spChg chg="add mod">
          <ac:chgData name="layanobeid30@gmail.com" userId="3d5579763a62b87a" providerId="Windows Live" clId="Web-{5FDB27B0-3FE4-4195-8EDE-E3BC8E61D05B}" dt="2026-05-08T04:25:38.908" v="886" actId="1076"/>
          <ac:spMkLst>
            <pc:docMk/>
            <pc:sldMk cId="2256346652" sldId="262"/>
            <ac:spMk id="4" creationId="{C1E82683-3F3C-A365-0C57-F71C42C15A3C}"/>
          </ac:spMkLst>
        </pc:spChg>
        <pc:spChg chg="add del">
          <ac:chgData name="layanobeid30@gmail.com" userId="3d5579763a62b87a" providerId="Windows Live" clId="Web-{5FDB27B0-3FE4-4195-8EDE-E3BC8E61D05B}" dt="2026-05-07T18:06:14.171" v="566"/>
          <ac:spMkLst>
            <pc:docMk/>
            <pc:sldMk cId="2256346652" sldId="262"/>
            <ac:spMk id="12" creationId="{D65E1F8B-4410-EFF5-A296-437ADBDBD913}"/>
          </ac:spMkLst>
        </pc:spChg>
        <pc:spChg chg="add mod">
          <ac:chgData name="layanobeid30@gmail.com" userId="3d5579763a62b87a" providerId="Windows Live" clId="Web-{5FDB27B0-3FE4-4195-8EDE-E3BC8E61D05B}" dt="2026-05-07T18:16:02.896" v="739" actId="14100"/>
          <ac:spMkLst>
            <pc:docMk/>
            <pc:sldMk cId="2256346652" sldId="262"/>
            <ac:spMk id="13" creationId="{4195D23A-85CD-6686-1E22-4935B9EE61C8}"/>
          </ac:spMkLst>
        </pc:spChg>
        <pc:spChg chg="add mod">
          <ac:chgData name="layanobeid30@gmail.com" userId="3d5579763a62b87a" providerId="Windows Live" clId="Web-{5FDB27B0-3FE4-4195-8EDE-E3BC8E61D05B}" dt="2026-05-07T18:07:50.396" v="591" actId="14100"/>
          <ac:spMkLst>
            <pc:docMk/>
            <pc:sldMk cId="2256346652" sldId="262"/>
            <ac:spMk id="14" creationId="{AA7D261E-751C-B419-3608-3EB039D39C70}"/>
          </ac:spMkLst>
        </pc:spChg>
        <pc:spChg chg="add mod">
          <ac:chgData name="layanobeid30@gmail.com" userId="3d5579763a62b87a" providerId="Windows Live" clId="Web-{5FDB27B0-3FE4-4195-8EDE-E3BC8E61D05B}" dt="2026-05-07T18:08:34.617" v="599" actId="14100"/>
          <ac:spMkLst>
            <pc:docMk/>
            <pc:sldMk cId="2256346652" sldId="262"/>
            <ac:spMk id="16" creationId="{ADC634DC-A0AA-BD42-A09D-4746E8FFB4A4}"/>
          </ac:spMkLst>
        </pc:spChg>
        <pc:spChg chg="add mod">
          <ac:chgData name="layanobeid30@gmail.com" userId="3d5579763a62b87a" providerId="Windows Live" clId="Web-{5FDB27B0-3FE4-4195-8EDE-E3BC8E61D05B}" dt="2026-05-07T18:09:20.073" v="613" actId="14100"/>
          <ac:spMkLst>
            <pc:docMk/>
            <pc:sldMk cId="2256346652" sldId="262"/>
            <ac:spMk id="17" creationId="{52A3A74D-2383-D4FF-E205-B2EFD5637524}"/>
          </ac:spMkLst>
        </pc:spChg>
        <pc:spChg chg="add mod">
          <ac:chgData name="layanobeid30@gmail.com" userId="3d5579763a62b87a" providerId="Windows Live" clId="Web-{5FDB27B0-3FE4-4195-8EDE-E3BC8E61D05B}" dt="2026-05-07T18:12:57.064" v="713" actId="1076"/>
          <ac:spMkLst>
            <pc:docMk/>
            <pc:sldMk cId="2256346652" sldId="262"/>
            <ac:spMk id="18" creationId="{9FB35835-5FFF-5985-92A5-BCB34525F14F}"/>
          </ac:spMkLst>
        </pc:spChg>
        <pc:spChg chg="add mod">
          <ac:chgData name="layanobeid30@gmail.com" userId="3d5579763a62b87a" providerId="Windows Live" clId="Web-{5FDB27B0-3FE4-4195-8EDE-E3BC8E61D05B}" dt="2026-05-07T18:11:05.077" v="661" actId="1076"/>
          <ac:spMkLst>
            <pc:docMk/>
            <pc:sldMk cId="2256346652" sldId="262"/>
            <ac:spMk id="19" creationId="{7071B789-A533-2A86-E6E2-9435B6FA0CB5}"/>
          </ac:spMkLst>
        </pc:spChg>
        <pc:spChg chg="add mod">
          <ac:chgData name="layanobeid30@gmail.com" userId="3d5579763a62b87a" providerId="Windows Live" clId="Web-{5FDB27B0-3FE4-4195-8EDE-E3BC8E61D05B}" dt="2026-05-07T18:11:19.718" v="664" actId="1076"/>
          <ac:spMkLst>
            <pc:docMk/>
            <pc:sldMk cId="2256346652" sldId="262"/>
            <ac:spMk id="20" creationId="{FCCE588F-B46C-066D-DCD6-A0CAF847D9F2}"/>
          </ac:spMkLst>
        </pc:spChg>
        <pc:spChg chg="add mod">
          <ac:chgData name="layanobeid30@gmail.com" userId="3d5579763a62b87a" providerId="Windows Live" clId="Web-{5FDB27B0-3FE4-4195-8EDE-E3BC8E61D05B}" dt="2026-05-07T18:12:48.314" v="711" actId="20577"/>
          <ac:spMkLst>
            <pc:docMk/>
            <pc:sldMk cId="2256346652" sldId="262"/>
            <ac:spMk id="21" creationId="{E04F02EE-413C-3139-7B52-9327686D4757}"/>
          </ac:spMkLst>
        </pc:spChg>
        <pc:spChg chg="add mod">
          <ac:chgData name="layanobeid30@gmail.com" userId="3d5579763a62b87a" providerId="Windows Live" clId="Web-{5FDB27B0-3FE4-4195-8EDE-E3BC8E61D05B}" dt="2026-05-07T18:14:06.488" v="720" actId="1076"/>
          <ac:spMkLst>
            <pc:docMk/>
            <pc:sldMk cId="2256346652" sldId="262"/>
            <ac:spMk id="22" creationId="{F3132862-3B95-516D-D0D8-4F7654309174}"/>
          </ac:spMkLst>
        </pc:spChg>
        <pc:spChg chg="add mod">
          <ac:chgData name="layanobeid30@gmail.com" userId="3d5579763a62b87a" providerId="Windows Live" clId="Web-{5FDB27B0-3FE4-4195-8EDE-E3BC8E61D05B}" dt="2026-05-07T18:14:46.129" v="736" actId="1076"/>
          <ac:spMkLst>
            <pc:docMk/>
            <pc:sldMk cId="2256346652" sldId="262"/>
            <ac:spMk id="24" creationId="{17AC1FE2-697D-33FA-2577-280D964DFDE7}"/>
          </ac:spMkLst>
        </pc:spChg>
        <pc:spChg chg="add mod">
          <ac:chgData name="layanobeid30@gmail.com" userId="3d5579763a62b87a" providerId="Windows Live" clId="Web-{5FDB27B0-3FE4-4195-8EDE-E3BC8E61D05B}" dt="2026-05-08T04:25:43.596" v="887" actId="1076"/>
          <ac:spMkLst>
            <pc:docMk/>
            <pc:sldMk cId="2256346652" sldId="262"/>
            <ac:spMk id="26" creationId="{6B4A1CC0-D680-301E-AF43-F4D4EC9F8DC6}"/>
          </ac:spMkLst>
        </pc:spChg>
        <pc:grpChg chg="add mod">
          <ac:chgData name="layanobeid30@gmail.com" userId="3d5579763a62b87a" providerId="Windows Live" clId="Web-{5FDB27B0-3FE4-4195-8EDE-E3BC8E61D05B}" dt="2026-05-07T18:14:17.816" v="722" actId="1076"/>
          <ac:grpSpMkLst>
            <pc:docMk/>
            <pc:sldMk cId="2256346652" sldId="262"/>
            <ac:grpSpMk id="23" creationId="{E9134902-B3BF-DE2C-69FC-258AAC9ACD02}"/>
          </ac:grpSpMkLst>
        </pc:grpChg>
        <pc:grpChg chg="add mod">
          <ac:chgData name="layanobeid30@gmail.com" userId="3d5579763a62b87a" providerId="Windows Live" clId="Web-{5FDB27B0-3FE4-4195-8EDE-E3BC8E61D05B}" dt="2026-05-07T18:15:57.068" v="738" actId="1076"/>
          <ac:grpSpMkLst>
            <pc:docMk/>
            <pc:sldMk cId="2256346652" sldId="262"/>
            <ac:grpSpMk id="25" creationId="{E4A1A5A0-9AC0-3B27-AAD0-B99D14B863B9}"/>
          </ac:grpSpMkLst>
        </pc:grpChg>
        <pc:inkChg chg="add del">
          <ac:chgData name="layanobeid30@gmail.com" userId="3d5579763a62b87a" providerId="Windows Live" clId="Web-{5FDB27B0-3FE4-4195-8EDE-E3BC8E61D05B}" dt="2026-05-07T18:04:40.490" v="556"/>
          <ac:inkMkLst>
            <pc:docMk/>
            <pc:sldMk cId="2256346652" sldId="262"/>
            <ac:inkMk id="5" creationId="{2D4ADB42-6D33-F739-CA38-710228652C02}"/>
          </ac:inkMkLst>
        </pc:inkChg>
        <pc:inkChg chg="add del mod">
          <ac:chgData name="layanobeid30@gmail.com" userId="3d5579763a62b87a" providerId="Windows Live" clId="Web-{5FDB27B0-3FE4-4195-8EDE-E3BC8E61D05B}" dt="2026-05-07T18:05:36.136" v="564"/>
          <ac:inkMkLst>
            <pc:docMk/>
            <pc:sldMk cId="2256346652" sldId="262"/>
            <ac:inkMk id="6" creationId="{89B2894B-0698-436B-187D-64BD623CB322}"/>
          </ac:inkMkLst>
        </pc:inkChg>
        <pc:inkChg chg="add del">
          <ac:chgData name="layanobeid30@gmail.com" userId="3d5579763a62b87a" providerId="Windows Live" clId="Web-{5FDB27B0-3FE4-4195-8EDE-E3BC8E61D05B}" dt="2026-05-07T18:04:40.490" v="555"/>
          <ac:inkMkLst>
            <pc:docMk/>
            <pc:sldMk cId="2256346652" sldId="262"/>
            <ac:inkMk id="7" creationId="{5539E6C3-CF5A-3FD6-843C-A375D912887E}"/>
          </ac:inkMkLst>
        </pc:inkChg>
        <pc:inkChg chg="add">
          <ac:chgData name="layanobeid30@gmail.com" userId="3d5579763a62b87a" providerId="Windows Live" clId="Web-{5FDB27B0-3FE4-4195-8EDE-E3BC8E61D05B}" dt="2026-05-07T18:04:33.896" v="554"/>
          <ac:inkMkLst>
            <pc:docMk/>
            <pc:sldMk cId="2256346652" sldId="262"/>
            <ac:inkMk id="8" creationId="{0F0E63DC-D862-232A-DD98-72C49C644980}"/>
          </ac:inkMkLst>
        </pc:inkChg>
        <pc:inkChg chg="add del">
          <ac:chgData name="layanobeid30@gmail.com" userId="3d5579763a62b87a" providerId="Windows Live" clId="Web-{5FDB27B0-3FE4-4195-8EDE-E3BC8E61D05B}" dt="2026-05-07T18:05:06.384" v="558"/>
          <ac:inkMkLst>
            <pc:docMk/>
            <pc:sldMk cId="2256346652" sldId="262"/>
            <ac:inkMk id="9" creationId="{990D0DCC-4321-0D1D-3D74-642E4878C64D}"/>
          </ac:inkMkLst>
        </pc:inkChg>
        <pc:inkChg chg="add del">
          <ac:chgData name="layanobeid30@gmail.com" userId="3d5579763a62b87a" providerId="Windows Live" clId="Web-{5FDB27B0-3FE4-4195-8EDE-E3BC8E61D05B}" dt="2026-05-07T18:05:21.354" v="562"/>
          <ac:inkMkLst>
            <pc:docMk/>
            <pc:sldMk cId="2256346652" sldId="262"/>
            <ac:inkMk id="10" creationId="{773C5447-C66E-A47C-E02D-E3C3B7982BE3}"/>
          </ac:inkMkLst>
        </pc:inkChg>
        <pc:inkChg chg="add del">
          <ac:chgData name="layanobeid30@gmail.com" userId="3d5579763a62b87a" providerId="Windows Live" clId="Web-{5FDB27B0-3FE4-4195-8EDE-E3BC8E61D05B}" dt="2026-05-07T18:05:21.354" v="561"/>
          <ac:inkMkLst>
            <pc:docMk/>
            <pc:sldMk cId="2256346652" sldId="262"/>
            <ac:inkMk id="11" creationId="{508E5CB7-25E6-B067-50E2-05E39C3AA338}"/>
          </ac:inkMkLst>
        </pc:inkChg>
        <pc:cxnChg chg="add del mod">
          <ac:chgData name="layanobeid30@gmail.com" userId="3d5579763a62b87a" providerId="Windows Live" clId="Web-{5FDB27B0-3FE4-4195-8EDE-E3BC8E61D05B}" dt="2026-05-07T18:08:18.601" v="596"/>
          <ac:cxnSpMkLst>
            <pc:docMk/>
            <pc:sldMk cId="2256346652" sldId="262"/>
            <ac:cxnSpMk id="15" creationId="{CC81B4DE-996E-5109-F536-8F4CEE35BF15}"/>
          </ac:cxnSpMkLst>
        </pc:cxnChg>
      </pc:sldChg>
      <pc:sldChg chg="addSp delSp modSp new modTransition">
        <pc:chgData name="layanobeid30@gmail.com" userId="3d5579763a62b87a" providerId="Windows Live" clId="Web-{5FDB27B0-3FE4-4195-8EDE-E3BC8E61D05B}" dt="2026-05-08T09:27:09.773" v="1590"/>
        <pc:sldMkLst>
          <pc:docMk/>
          <pc:sldMk cId="1784142179" sldId="263"/>
        </pc:sldMkLst>
        <pc:spChg chg="add mod">
          <ac:chgData name="layanobeid30@gmail.com" userId="3d5579763a62b87a" providerId="Windows Live" clId="Web-{5FDB27B0-3FE4-4195-8EDE-E3BC8E61D05B}" dt="2026-05-08T06:18:39.193" v="1084" actId="1076"/>
          <ac:spMkLst>
            <pc:docMk/>
            <pc:sldMk cId="1784142179" sldId="263"/>
            <ac:spMk id="2" creationId="{9EA4ABC9-E762-BDE2-0107-92188E62180C}"/>
          </ac:spMkLst>
        </pc:spChg>
        <pc:spChg chg="del mod">
          <ac:chgData name="layanobeid30@gmail.com" userId="3d5579763a62b87a" providerId="Windows Live" clId="Web-{5FDB27B0-3FE4-4195-8EDE-E3BC8E61D05B}" dt="2026-05-08T04:24:27.077" v="877"/>
          <ac:spMkLst>
            <pc:docMk/>
            <pc:sldMk cId="1784142179" sldId="263"/>
            <ac:spMk id="2" creationId="{B5D9B8D8-B830-DE27-C35A-E452D6BDAEFA}"/>
          </ac:spMkLst>
        </pc:spChg>
        <pc:spChg chg="add mod">
          <ac:chgData name="layanobeid30@gmail.com" userId="3d5579763a62b87a" providerId="Windows Live" clId="Web-{5FDB27B0-3FE4-4195-8EDE-E3BC8E61D05B}" dt="2026-05-08T06:18:34.881" v="1083" actId="1076"/>
          <ac:spMkLst>
            <pc:docMk/>
            <pc:sldMk cId="1784142179" sldId="263"/>
            <ac:spMk id="3" creationId="{0B8C1FAC-5095-D14F-3980-306C1AEA4E82}"/>
          </ac:spMkLst>
        </pc:spChg>
        <pc:spChg chg="del mod">
          <ac:chgData name="layanobeid30@gmail.com" userId="3d5579763a62b87a" providerId="Windows Live" clId="Web-{5FDB27B0-3FE4-4195-8EDE-E3BC8E61D05B}" dt="2026-05-08T04:24:36.952" v="880"/>
          <ac:spMkLst>
            <pc:docMk/>
            <pc:sldMk cId="1784142179" sldId="263"/>
            <ac:spMk id="3" creationId="{4C17E48C-8F94-0E14-2931-021291C3BF07}"/>
          </ac:spMkLst>
        </pc:spChg>
        <pc:spChg chg="add mod">
          <ac:chgData name="layanobeid30@gmail.com" userId="3d5579763a62b87a" providerId="Windows Live" clId="Web-{5FDB27B0-3FE4-4195-8EDE-E3BC8E61D05B}" dt="2026-05-08T06:25:16.449" v="1124" actId="1076"/>
          <ac:spMkLst>
            <pc:docMk/>
            <pc:sldMk cId="1784142179" sldId="263"/>
            <ac:spMk id="4" creationId="{83198350-90B6-34D2-C343-01B6DB4E355A}"/>
          </ac:spMkLst>
        </pc:spChg>
        <pc:spChg chg="add del mod">
          <ac:chgData name="layanobeid30@gmail.com" userId="3d5579763a62b87a" providerId="Windows Live" clId="Web-{5FDB27B0-3FE4-4195-8EDE-E3BC8E61D05B}" dt="2026-05-08T04:24:31.952" v="878"/>
          <ac:spMkLst>
            <pc:docMk/>
            <pc:sldMk cId="1784142179" sldId="263"/>
            <ac:spMk id="5" creationId="{35008D91-C59A-6CDD-CF69-2614A78E97E1}"/>
          </ac:spMkLst>
        </pc:spChg>
        <pc:spChg chg="add mod">
          <ac:chgData name="layanobeid30@gmail.com" userId="3d5579763a62b87a" providerId="Windows Live" clId="Web-{5FDB27B0-3FE4-4195-8EDE-E3BC8E61D05B}" dt="2026-05-08T04:28:26.351" v="895" actId="1076"/>
          <ac:spMkLst>
            <pc:docMk/>
            <pc:sldMk cId="1784142179" sldId="263"/>
            <ac:spMk id="6" creationId="{770FF0F6-B42A-25E0-12D9-6E0AB0E629E4}"/>
          </ac:spMkLst>
        </pc:spChg>
        <pc:spChg chg="add mod">
          <ac:chgData name="layanobeid30@gmail.com" userId="3d5579763a62b87a" providerId="Windows Live" clId="Web-{5FDB27B0-3FE4-4195-8EDE-E3BC8E61D05B}" dt="2026-05-08T04:32:53.981" v="958" actId="1076"/>
          <ac:spMkLst>
            <pc:docMk/>
            <pc:sldMk cId="1784142179" sldId="263"/>
            <ac:spMk id="7" creationId="{C38CB397-C53C-61B3-239F-2286D9841969}"/>
          </ac:spMkLst>
        </pc:spChg>
        <pc:spChg chg="add del mod">
          <ac:chgData name="layanobeid30@gmail.com" userId="3d5579763a62b87a" providerId="Windows Live" clId="Web-{5FDB27B0-3FE4-4195-8EDE-E3BC8E61D05B}" dt="2026-05-08T04:45:14.383" v="988" actId="1076"/>
          <ac:spMkLst>
            <pc:docMk/>
            <pc:sldMk cId="1784142179" sldId="263"/>
            <ac:spMk id="8" creationId="{AE117C32-C6AD-236D-23B8-EEB1EF17428B}"/>
          </ac:spMkLst>
        </pc:spChg>
        <pc:spChg chg="add del">
          <ac:chgData name="layanobeid30@gmail.com" userId="3d5579763a62b87a" providerId="Windows Live" clId="Web-{5FDB27B0-3FE4-4195-8EDE-E3BC8E61D05B}" dt="2026-05-08T04:31:28.151" v="926"/>
          <ac:spMkLst>
            <pc:docMk/>
            <pc:sldMk cId="1784142179" sldId="263"/>
            <ac:spMk id="12" creationId="{93E50F57-E59E-B8A9-9298-25AB3AF81607}"/>
          </ac:spMkLst>
        </pc:spChg>
        <pc:spChg chg="add mod">
          <ac:chgData name="layanobeid30@gmail.com" userId="3d5579763a62b87a" providerId="Windows Live" clId="Web-{5FDB27B0-3FE4-4195-8EDE-E3BC8E61D05B}" dt="2026-05-08T04:32:45.793" v="956" actId="1076"/>
          <ac:spMkLst>
            <pc:docMk/>
            <pc:sldMk cId="1784142179" sldId="263"/>
            <ac:spMk id="13" creationId="{D274CBCA-15E7-4A86-2F3D-64AA63331323}"/>
          </ac:spMkLst>
        </pc:spChg>
        <pc:spChg chg="add del mod">
          <ac:chgData name="layanobeid30@gmail.com" userId="3d5579763a62b87a" providerId="Windows Live" clId="Web-{5FDB27B0-3FE4-4195-8EDE-E3BC8E61D05B}" dt="2026-05-08T04:32:33.465" v="954"/>
          <ac:spMkLst>
            <pc:docMk/>
            <pc:sldMk cId="1784142179" sldId="263"/>
            <ac:spMk id="14" creationId="{7F9F8F83-BA1D-9075-918E-63DCF8CF52D3}"/>
          </ac:spMkLst>
        </pc:spChg>
        <pc:spChg chg="add mod">
          <ac:chgData name="layanobeid30@gmail.com" userId="3d5579763a62b87a" providerId="Windows Live" clId="Web-{5FDB27B0-3FE4-4195-8EDE-E3BC8E61D05B}" dt="2026-05-08T04:32:40.137" v="955" actId="1076"/>
          <ac:spMkLst>
            <pc:docMk/>
            <pc:sldMk cId="1784142179" sldId="263"/>
            <ac:spMk id="15" creationId="{27CBB5DB-4E2A-1440-0D22-168E9DCDB80F}"/>
          </ac:spMkLst>
        </pc:spChg>
        <pc:picChg chg="add mod modCrop">
          <ac:chgData name="layanobeid30@gmail.com" userId="3d5579763a62b87a" providerId="Windows Live" clId="Web-{5FDB27B0-3FE4-4195-8EDE-E3BC8E61D05B}" dt="2026-05-08T04:48:38.247" v="1016"/>
          <ac:picMkLst>
            <pc:docMk/>
            <pc:sldMk cId="1784142179" sldId="263"/>
            <ac:picMk id="19" creationId="{A014377E-E898-40BC-7CA7-DA5E0D90F2B8}"/>
          </ac:picMkLst>
        </pc:picChg>
        <pc:picChg chg="add del mod">
          <ac:chgData name="layanobeid30@gmail.com" userId="3d5579763a62b87a" providerId="Windows Live" clId="Web-{5FDB27B0-3FE4-4195-8EDE-E3BC8E61D05B}" dt="2026-05-08T04:43:40.052" v="970"/>
          <ac:picMkLst>
            <pc:docMk/>
            <pc:sldMk cId="1784142179" sldId="263"/>
            <ac:picMk id="20" creationId="{227BD12F-8674-D9DD-17F1-B8C92DAC6F59}"/>
          </ac:picMkLst>
        </pc:picChg>
        <pc:picChg chg="add del mod">
          <ac:chgData name="layanobeid30@gmail.com" userId="3d5579763a62b87a" providerId="Windows Live" clId="Web-{5FDB27B0-3FE4-4195-8EDE-E3BC8E61D05B}" dt="2026-05-08T04:44:46.382" v="982"/>
          <ac:picMkLst>
            <pc:docMk/>
            <pc:sldMk cId="1784142179" sldId="263"/>
            <ac:picMk id="21" creationId="{4CE99CB3-8BF6-4E5A-EDD9-EADEC729A238}"/>
          </ac:picMkLst>
        </pc:picChg>
        <pc:inkChg chg="add del">
          <ac:chgData name="layanobeid30@gmail.com" userId="3d5579763a62b87a" providerId="Windows Live" clId="Web-{5FDB27B0-3FE4-4195-8EDE-E3BC8E61D05B}" dt="2026-05-08T04:30:40.213" v="919"/>
          <ac:inkMkLst>
            <pc:docMk/>
            <pc:sldMk cId="1784142179" sldId="263"/>
            <ac:inkMk id="9" creationId="{4882B180-F07D-9461-4C6A-C40FFF18A45D}"/>
          </ac:inkMkLst>
        </pc:inkChg>
        <pc:inkChg chg="add del">
          <ac:chgData name="layanobeid30@gmail.com" userId="3d5579763a62b87a" providerId="Windows Live" clId="Web-{5FDB27B0-3FE4-4195-8EDE-E3BC8E61D05B}" dt="2026-05-08T04:30:55.338" v="922"/>
          <ac:inkMkLst>
            <pc:docMk/>
            <pc:sldMk cId="1784142179" sldId="263"/>
            <ac:inkMk id="10" creationId="{8302253B-10D8-EFA3-AD22-1F3496EE4404}"/>
          </ac:inkMkLst>
        </pc:inkChg>
        <pc:inkChg chg="add del mod">
          <ac:chgData name="layanobeid30@gmail.com" userId="3d5579763a62b87a" providerId="Windows Live" clId="Web-{5FDB27B0-3FE4-4195-8EDE-E3BC8E61D05B}" dt="2026-05-08T04:30:59.995" v="924"/>
          <ac:inkMkLst>
            <pc:docMk/>
            <pc:sldMk cId="1784142179" sldId="263"/>
            <ac:inkMk id="11" creationId="{A839F823-F003-1283-9C34-9432EACE3C28}"/>
          </ac:inkMkLst>
        </pc:inkChg>
        <pc:inkChg chg="add del">
          <ac:chgData name="layanobeid30@gmail.com" userId="3d5579763a62b87a" providerId="Windows Live" clId="Web-{5FDB27B0-3FE4-4195-8EDE-E3BC8E61D05B}" dt="2026-05-08T04:33:40.653" v="962"/>
          <ac:inkMkLst>
            <pc:docMk/>
            <pc:sldMk cId="1784142179" sldId="263"/>
            <ac:inkMk id="16" creationId="{F98F638E-E22E-06EA-4111-E889FCCF140E}"/>
          </ac:inkMkLst>
        </pc:inkChg>
        <pc:cxnChg chg="add">
          <ac:chgData name="layanobeid30@gmail.com" userId="3d5579763a62b87a" providerId="Windows Live" clId="Web-{5FDB27B0-3FE4-4195-8EDE-E3BC8E61D05B}" dt="2026-05-08T04:34:00.325" v="963"/>
          <ac:cxnSpMkLst>
            <pc:docMk/>
            <pc:sldMk cId="1784142179" sldId="263"/>
            <ac:cxnSpMk id="17" creationId="{33E0D5AA-1409-9D72-4432-E9124125C178}"/>
          </ac:cxnSpMkLst>
        </pc:cxnChg>
        <pc:cxnChg chg="add mod">
          <ac:chgData name="layanobeid30@gmail.com" userId="3d5579763a62b87a" providerId="Windows Live" clId="Web-{5FDB27B0-3FE4-4195-8EDE-E3BC8E61D05B}" dt="2026-05-08T04:40:49.623" v="965" actId="1076"/>
          <ac:cxnSpMkLst>
            <pc:docMk/>
            <pc:sldMk cId="1784142179" sldId="263"/>
            <ac:cxnSpMk id="18" creationId="{F9D37B23-39FC-C83B-DC15-F05B55DED8D0}"/>
          </ac:cxnSpMkLst>
        </pc:cxnChg>
      </pc:sldChg>
      <pc:sldChg chg="addSp delSp modSp new mod modTransition setBg">
        <pc:chgData name="layanobeid30@gmail.com" userId="3d5579763a62b87a" providerId="Windows Live" clId="Web-{5FDB27B0-3FE4-4195-8EDE-E3BC8E61D05B}" dt="2026-05-08T09:27:07.914" v="1589"/>
        <pc:sldMkLst>
          <pc:docMk/>
          <pc:sldMk cId="205823872" sldId="264"/>
        </pc:sldMkLst>
        <pc:spChg chg="del">
          <ac:chgData name="layanobeid30@gmail.com" userId="3d5579763a62b87a" providerId="Windows Live" clId="Web-{5FDB27B0-3FE4-4195-8EDE-E3BC8E61D05B}" dt="2026-05-08T06:25:42.433" v="1126"/>
          <ac:spMkLst>
            <pc:docMk/>
            <pc:sldMk cId="205823872" sldId="264"/>
            <ac:spMk id="2" creationId="{66AC30EB-A967-C846-7FAD-F68E61F92ACF}"/>
          </ac:spMkLst>
        </pc:spChg>
        <pc:spChg chg="del mod">
          <ac:chgData name="layanobeid30@gmail.com" userId="3d5579763a62b87a" providerId="Windows Live" clId="Web-{5FDB27B0-3FE4-4195-8EDE-E3BC8E61D05B}" dt="2026-05-08T06:25:51.871" v="1128"/>
          <ac:spMkLst>
            <pc:docMk/>
            <pc:sldMk cId="205823872" sldId="264"/>
            <ac:spMk id="3" creationId="{91C08739-222C-FBC3-B9AE-98EB105288B6}"/>
          </ac:spMkLst>
        </pc:spChg>
        <pc:spChg chg="add mod">
          <ac:chgData name="layanobeid30@gmail.com" userId="3d5579763a62b87a" providerId="Windows Live" clId="Web-{5FDB27B0-3FE4-4195-8EDE-E3BC8E61D05B}" dt="2026-05-08T07:00:17.467" v="1272" actId="20577"/>
          <ac:spMkLst>
            <pc:docMk/>
            <pc:sldMk cId="205823872" sldId="264"/>
            <ac:spMk id="4" creationId="{CA7BC9D1-19B2-5B27-0E00-A1F61D030624}"/>
          </ac:spMkLst>
        </pc:spChg>
        <pc:spChg chg="add del mod">
          <ac:chgData name="layanobeid30@gmail.com" userId="3d5579763a62b87a" providerId="Windows Live" clId="Web-{5FDB27B0-3FE4-4195-8EDE-E3BC8E61D05B}" dt="2026-05-08T06:46:08.009" v="1192"/>
          <ac:spMkLst>
            <pc:docMk/>
            <pc:sldMk cId="205823872" sldId="264"/>
            <ac:spMk id="6" creationId="{3290EA89-7016-9D09-1306-BECBB973D018}"/>
          </ac:spMkLst>
        </pc:spChg>
        <pc:spChg chg="add mod">
          <ac:chgData name="layanobeid30@gmail.com" userId="3d5579763a62b87a" providerId="Windows Live" clId="Web-{5FDB27B0-3FE4-4195-8EDE-E3BC8E61D05B}" dt="2026-05-08T06:59:36.138" v="1265"/>
          <ac:spMkLst>
            <pc:docMk/>
            <pc:sldMk cId="205823872" sldId="264"/>
            <ac:spMk id="9" creationId="{958B1C7E-4C33-6A2F-CCCF-80A6D2A03F55}"/>
          </ac:spMkLst>
        </pc:spChg>
        <pc:spChg chg="add del mod">
          <ac:chgData name="layanobeid30@gmail.com" userId="3d5579763a62b87a" providerId="Windows Live" clId="Web-{5FDB27B0-3FE4-4195-8EDE-E3BC8E61D05B}" dt="2026-05-08T06:54:27.306" v="1236"/>
          <ac:spMkLst>
            <pc:docMk/>
            <pc:sldMk cId="205823872" sldId="264"/>
            <ac:spMk id="10" creationId="{B07271ED-3DFF-BDBC-3B2D-4C94C3684878}"/>
          </ac:spMkLst>
        </pc:spChg>
        <pc:spChg chg="add mod">
          <ac:chgData name="layanobeid30@gmail.com" userId="3d5579763a62b87a" providerId="Windows Live" clId="Web-{5FDB27B0-3FE4-4195-8EDE-E3BC8E61D05B}" dt="2026-05-08T07:01:39.331" v="1288"/>
          <ac:spMkLst>
            <pc:docMk/>
            <pc:sldMk cId="205823872" sldId="264"/>
            <ac:spMk id="11" creationId="{EEF2D6E4-028A-A270-6388-CAA4A439242A}"/>
          </ac:spMkLst>
        </pc:spChg>
        <pc:spChg chg="add">
          <ac:chgData name="layanobeid30@gmail.com" userId="3d5579763a62b87a" providerId="Windows Live" clId="Web-{5FDB27B0-3FE4-4195-8EDE-E3BC8E61D05B}" dt="2026-05-08T06:46:37.854" v="1196"/>
          <ac:spMkLst>
            <pc:docMk/>
            <pc:sldMk cId="205823872" sldId="264"/>
            <ac:spMk id="13" creationId="{F821940F-7A1D-4ACC-85B4-A932898ABB37}"/>
          </ac:spMkLst>
        </pc:spChg>
        <pc:spChg chg="add">
          <ac:chgData name="layanobeid30@gmail.com" userId="3d5579763a62b87a" providerId="Windows Live" clId="Web-{5FDB27B0-3FE4-4195-8EDE-E3BC8E61D05B}" dt="2026-05-08T06:46:37.854" v="1196"/>
          <ac:spMkLst>
            <pc:docMk/>
            <pc:sldMk cId="205823872" sldId="264"/>
            <ac:spMk id="15" creationId="{16674508-81D3-48CF-96BF-7FC60EAA572A}"/>
          </ac:spMkLst>
        </pc:spChg>
        <pc:picChg chg="add del mod">
          <ac:chgData name="layanobeid30@gmail.com" userId="3d5579763a62b87a" providerId="Windows Live" clId="Web-{5FDB27B0-3FE4-4195-8EDE-E3BC8E61D05B}" dt="2026-05-08T06:46:08.009" v="1193"/>
          <ac:picMkLst>
            <pc:docMk/>
            <pc:sldMk cId="205823872" sldId="264"/>
            <ac:picMk id="5" creationId="{6A5DC079-E971-D6E9-9041-6FE5F9A0CBA4}"/>
          </ac:picMkLst>
        </pc:picChg>
        <pc:picChg chg="add mod">
          <ac:chgData name="layanobeid30@gmail.com" userId="3d5579763a62b87a" providerId="Windows Live" clId="Web-{5FDB27B0-3FE4-4195-8EDE-E3BC8E61D05B}" dt="2026-05-08T06:46:37.854" v="1196"/>
          <ac:picMkLst>
            <pc:docMk/>
            <pc:sldMk cId="205823872" sldId="264"/>
            <ac:picMk id="8" creationId="{AAD27523-4EFA-6058-427A-6F0AF27E115F}"/>
          </ac:picMkLst>
        </pc:picChg>
      </pc:sldChg>
      <pc:sldChg chg="addSp delSp modSp new modTransition">
        <pc:chgData name="layanobeid30@gmail.com" userId="3d5579763a62b87a" providerId="Windows Live" clId="Web-{5FDB27B0-3FE4-4195-8EDE-E3BC8E61D05B}" dt="2026-05-08T09:27:04.836" v="1588"/>
        <pc:sldMkLst>
          <pc:docMk/>
          <pc:sldMk cId="3550194854" sldId="265"/>
        </pc:sldMkLst>
        <pc:spChg chg="del">
          <ac:chgData name="layanobeid30@gmail.com" userId="3d5579763a62b87a" providerId="Windows Live" clId="Web-{5FDB27B0-3FE4-4195-8EDE-E3BC8E61D05B}" dt="2026-05-08T07:00:48.608" v="1274"/>
          <ac:spMkLst>
            <pc:docMk/>
            <pc:sldMk cId="3550194854" sldId="265"/>
            <ac:spMk id="2" creationId="{2A9F7A42-8719-5354-EDAD-A1BEE7D4C348}"/>
          </ac:spMkLst>
        </pc:spChg>
        <pc:spChg chg="del">
          <ac:chgData name="layanobeid30@gmail.com" userId="3d5579763a62b87a" providerId="Windows Live" clId="Web-{5FDB27B0-3FE4-4195-8EDE-E3BC8E61D05B}" dt="2026-05-08T07:00:53.124" v="1275"/>
          <ac:spMkLst>
            <pc:docMk/>
            <pc:sldMk cId="3550194854" sldId="265"/>
            <ac:spMk id="3" creationId="{7A717A64-1C3E-1B75-70BB-DC342747E9E7}"/>
          </ac:spMkLst>
        </pc:spChg>
        <pc:spChg chg="add mod">
          <ac:chgData name="layanobeid30@gmail.com" userId="3d5579763a62b87a" providerId="Windows Live" clId="Web-{5FDB27B0-3FE4-4195-8EDE-E3BC8E61D05B}" dt="2026-05-08T07:16:01.701" v="1379" actId="1076"/>
          <ac:spMkLst>
            <pc:docMk/>
            <pc:sldMk cId="3550194854" sldId="265"/>
            <ac:spMk id="4" creationId="{328F188A-BB1C-14B0-8E7E-CDAF518195C8}"/>
          </ac:spMkLst>
        </pc:spChg>
        <pc:spChg chg="add mod topLvl">
          <ac:chgData name="layanobeid30@gmail.com" userId="3d5579763a62b87a" providerId="Windows Live" clId="Web-{5FDB27B0-3FE4-4195-8EDE-E3BC8E61D05B}" dt="2026-05-08T07:27:49.588" v="1419"/>
          <ac:spMkLst>
            <pc:docMk/>
            <pc:sldMk cId="3550194854" sldId="265"/>
            <ac:spMk id="5" creationId="{B1C50859-62D8-04D7-84A1-3C3FFD5CF93D}"/>
          </ac:spMkLst>
        </pc:spChg>
        <pc:spChg chg="add mod topLvl">
          <ac:chgData name="layanobeid30@gmail.com" userId="3d5579763a62b87a" providerId="Windows Live" clId="Web-{5FDB27B0-3FE4-4195-8EDE-E3BC8E61D05B}" dt="2026-05-08T07:15:27.154" v="1373"/>
          <ac:spMkLst>
            <pc:docMk/>
            <pc:sldMk cId="3550194854" sldId="265"/>
            <ac:spMk id="10" creationId="{0961672F-541C-B846-17AE-1F301E679580}"/>
          </ac:spMkLst>
        </pc:spChg>
        <pc:spChg chg="add mod topLvl">
          <ac:chgData name="layanobeid30@gmail.com" userId="3d5579763a62b87a" providerId="Windows Live" clId="Web-{5FDB27B0-3FE4-4195-8EDE-E3BC8E61D05B}" dt="2026-05-08T07:27:56.854" v="1421" actId="20577"/>
          <ac:spMkLst>
            <pc:docMk/>
            <pc:sldMk cId="3550194854" sldId="265"/>
            <ac:spMk id="11" creationId="{CCBEA7B4-69C1-2C9E-A9B9-159793CE6E74}"/>
          </ac:spMkLst>
        </pc:spChg>
        <pc:spChg chg="add mod topLvl">
          <ac:chgData name="layanobeid30@gmail.com" userId="3d5579763a62b87a" providerId="Windows Live" clId="Web-{5FDB27B0-3FE4-4195-8EDE-E3BC8E61D05B}" dt="2026-05-08T07:28:05.042" v="1423"/>
          <ac:spMkLst>
            <pc:docMk/>
            <pc:sldMk cId="3550194854" sldId="265"/>
            <ac:spMk id="12" creationId="{B66D2DFF-8C2B-5AEC-AD78-62B7A917A7C7}"/>
          </ac:spMkLst>
        </pc:spChg>
        <pc:spChg chg="add mod topLvl">
          <ac:chgData name="layanobeid30@gmail.com" userId="3d5579763a62b87a" providerId="Windows Live" clId="Web-{5FDB27B0-3FE4-4195-8EDE-E3BC8E61D05B}" dt="2026-05-08T07:28:21.354" v="1425"/>
          <ac:spMkLst>
            <pc:docMk/>
            <pc:sldMk cId="3550194854" sldId="265"/>
            <ac:spMk id="13" creationId="{CAB0B4A3-6EF4-2537-C852-899DD18D4380}"/>
          </ac:spMkLst>
        </pc:spChg>
        <pc:spChg chg="add mod topLvl">
          <ac:chgData name="layanobeid30@gmail.com" userId="3d5579763a62b87a" providerId="Windows Live" clId="Web-{5FDB27B0-3FE4-4195-8EDE-E3BC8E61D05B}" dt="2026-05-08T07:29:15.777" v="1432" actId="1076"/>
          <ac:spMkLst>
            <pc:docMk/>
            <pc:sldMk cId="3550194854" sldId="265"/>
            <ac:spMk id="14" creationId="{E48FFF26-20C5-4AC5-C21C-84646C13BFD0}"/>
          </ac:spMkLst>
        </pc:spChg>
        <pc:spChg chg="add mod topLvl">
          <ac:chgData name="layanobeid30@gmail.com" userId="3d5579763a62b87a" providerId="Windows Live" clId="Web-{5FDB27B0-3FE4-4195-8EDE-E3BC8E61D05B}" dt="2026-05-08T07:28:38.105" v="1428" actId="1076"/>
          <ac:spMkLst>
            <pc:docMk/>
            <pc:sldMk cId="3550194854" sldId="265"/>
            <ac:spMk id="15" creationId="{3F9574F7-F773-C98C-558C-09D8024703F2}"/>
          </ac:spMkLst>
        </pc:spChg>
        <pc:spChg chg="add del mod">
          <ac:chgData name="layanobeid30@gmail.com" userId="3d5579763a62b87a" providerId="Windows Live" clId="Web-{5FDB27B0-3FE4-4195-8EDE-E3BC8E61D05B}" dt="2026-05-08T07:25:19.101" v="1391"/>
          <ac:spMkLst>
            <pc:docMk/>
            <pc:sldMk cId="3550194854" sldId="265"/>
            <ac:spMk id="18" creationId="{34C55D2A-5C90-8064-F6AB-6C1EE2527DFC}"/>
          </ac:spMkLst>
        </pc:spChg>
        <pc:spChg chg="add del mod">
          <ac:chgData name="layanobeid30@gmail.com" userId="3d5579763a62b87a" providerId="Windows Live" clId="Web-{5FDB27B0-3FE4-4195-8EDE-E3BC8E61D05B}" dt="2026-05-08T07:26:29.087" v="1396"/>
          <ac:spMkLst>
            <pc:docMk/>
            <pc:sldMk cId="3550194854" sldId="265"/>
            <ac:spMk id="19" creationId="{EA2F8611-2C73-E5B3-D261-A092258C9241}"/>
          </ac:spMkLst>
        </pc:spChg>
        <pc:spChg chg="add mod">
          <ac:chgData name="layanobeid30@gmail.com" userId="3d5579763a62b87a" providerId="Windows Live" clId="Web-{5FDB27B0-3FE4-4195-8EDE-E3BC8E61D05B}" dt="2026-05-08T07:32:51.921" v="1435"/>
          <ac:spMkLst>
            <pc:docMk/>
            <pc:sldMk cId="3550194854" sldId="265"/>
            <ac:spMk id="20" creationId="{DC65CDF7-2127-B912-C8BE-16C15FD11483}"/>
          </ac:spMkLst>
        </pc:spChg>
        <pc:grpChg chg="add del">
          <ac:chgData name="layanobeid30@gmail.com" userId="3d5579763a62b87a" providerId="Windows Live" clId="Web-{5FDB27B0-3FE4-4195-8EDE-E3BC8E61D05B}" dt="2026-05-08T07:15:27.154" v="1373"/>
          <ac:grpSpMkLst>
            <pc:docMk/>
            <pc:sldMk cId="3550194854" sldId="265"/>
            <ac:grpSpMk id="16" creationId="{F1CE11CF-05D6-C409-9756-02403696DE18}"/>
          </ac:grpSpMkLst>
        </pc:grpChg>
        <pc:grpChg chg="add mod">
          <ac:chgData name="layanobeid30@gmail.com" userId="3d5579763a62b87a" providerId="Windows Live" clId="Web-{5FDB27B0-3FE4-4195-8EDE-E3BC8E61D05B}" dt="2026-05-08T07:24:21.177" v="1382" actId="14100"/>
          <ac:grpSpMkLst>
            <pc:docMk/>
            <pc:sldMk cId="3550194854" sldId="265"/>
            <ac:grpSpMk id="17" creationId="{A2610879-387A-ADC1-85C1-5AC98D02FE19}"/>
          </ac:grpSpMkLst>
        </pc:grpChg>
        <pc:cxnChg chg="add mod topLvl">
          <ac:chgData name="layanobeid30@gmail.com" userId="3d5579763a62b87a" providerId="Windows Live" clId="Web-{5FDB27B0-3FE4-4195-8EDE-E3BC8E61D05B}" dt="2026-05-08T07:15:27.154" v="1373"/>
          <ac:cxnSpMkLst>
            <pc:docMk/>
            <pc:sldMk cId="3550194854" sldId="265"/>
            <ac:cxnSpMk id="6" creationId="{25613FD1-9A84-A5A0-15F4-EF335623C9CB}"/>
          </ac:cxnSpMkLst>
        </pc:cxnChg>
        <pc:cxnChg chg="add del mod">
          <ac:chgData name="layanobeid30@gmail.com" userId="3d5579763a62b87a" providerId="Windows Live" clId="Web-{5FDB27B0-3FE4-4195-8EDE-E3BC8E61D05B}" dt="2026-05-08T07:10:25.540" v="1322"/>
          <ac:cxnSpMkLst>
            <pc:docMk/>
            <pc:sldMk cId="3550194854" sldId="265"/>
            <ac:cxnSpMk id="7" creationId="{C501994A-A1BD-51B7-6EC4-79ED90246EB0}"/>
          </ac:cxnSpMkLst>
        </pc:cxnChg>
        <pc:cxnChg chg="add del mod">
          <ac:chgData name="layanobeid30@gmail.com" userId="3d5579763a62b87a" providerId="Windows Live" clId="Web-{5FDB27B0-3FE4-4195-8EDE-E3BC8E61D05B}" dt="2026-05-08T07:10:20.352" v="1320"/>
          <ac:cxnSpMkLst>
            <pc:docMk/>
            <pc:sldMk cId="3550194854" sldId="265"/>
            <ac:cxnSpMk id="8" creationId="{4B92EB66-09D3-1AA6-E145-47F20EEC71DC}"/>
          </ac:cxnSpMkLst>
        </pc:cxnChg>
        <pc:cxnChg chg="add del mod">
          <ac:chgData name="layanobeid30@gmail.com" userId="3d5579763a62b87a" providerId="Windows Live" clId="Web-{5FDB27B0-3FE4-4195-8EDE-E3BC8E61D05B}" dt="2026-05-08T07:10:22.993" v="1321"/>
          <ac:cxnSpMkLst>
            <pc:docMk/>
            <pc:sldMk cId="3550194854" sldId="265"/>
            <ac:cxnSpMk id="9" creationId="{11ADFFED-2E5A-52C1-FC74-2227D9B04BD8}"/>
          </ac:cxnSpMkLst>
        </pc:cxnChg>
      </pc:sldChg>
      <pc:sldChg chg="addSp delSp modSp new modTransition">
        <pc:chgData name="layanobeid30@gmail.com" userId="3d5579763a62b87a" providerId="Windows Live" clId="Web-{5FDB27B0-3FE4-4195-8EDE-E3BC8E61D05B}" dt="2026-05-08T09:27:02.195" v="1587"/>
        <pc:sldMkLst>
          <pc:docMk/>
          <pc:sldMk cId="2772976890" sldId="266"/>
        </pc:sldMkLst>
        <pc:spChg chg="del">
          <ac:chgData name="layanobeid30@gmail.com" userId="3d5579763a62b87a" providerId="Windows Live" clId="Web-{5FDB27B0-3FE4-4195-8EDE-E3BC8E61D05B}" dt="2026-05-08T07:29:29.715" v="1433"/>
          <ac:spMkLst>
            <pc:docMk/>
            <pc:sldMk cId="2772976890" sldId="266"/>
            <ac:spMk id="2" creationId="{19552DBC-ACAF-387D-9361-A2EA92BC3B34}"/>
          </ac:spMkLst>
        </pc:spChg>
        <pc:spChg chg="del">
          <ac:chgData name="layanobeid30@gmail.com" userId="3d5579763a62b87a" providerId="Windows Live" clId="Web-{5FDB27B0-3FE4-4195-8EDE-E3BC8E61D05B}" dt="2026-05-08T07:29:36.090" v="1434"/>
          <ac:spMkLst>
            <pc:docMk/>
            <pc:sldMk cId="2772976890" sldId="266"/>
            <ac:spMk id="3" creationId="{21228D2B-CAD7-9CA0-59C7-B1D6C0F6CA7B}"/>
          </ac:spMkLst>
        </pc:spChg>
        <pc:spChg chg="add mod">
          <ac:chgData name="layanobeid30@gmail.com" userId="3d5579763a62b87a" providerId="Windows Live" clId="Web-{5FDB27B0-3FE4-4195-8EDE-E3BC8E61D05B}" dt="2026-05-08T07:43:36.085" v="1519" actId="1076"/>
          <ac:spMkLst>
            <pc:docMk/>
            <pc:sldMk cId="2772976890" sldId="266"/>
            <ac:spMk id="4" creationId="{1F7B9366-AFE2-AC5F-48E8-0B01C949DDE3}"/>
          </ac:spMkLst>
        </pc:spChg>
        <pc:spChg chg="add mod">
          <ac:chgData name="layanobeid30@gmail.com" userId="3d5579763a62b87a" providerId="Windows Live" clId="Web-{5FDB27B0-3FE4-4195-8EDE-E3BC8E61D05B}" dt="2026-05-08T07:34:46.188" v="1447" actId="1076"/>
          <ac:spMkLst>
            <pc:docMk/>
            <pc:sldMk cId="2772976890" sldId="266"/>
            <ac:spMk id="5" creationId="{74079379-F45B-64E3-54E1-EBDABC032654}"/>
          </ac:spMkLst>
        </pc:spChg>
        <pc:spChg chg="add mod">
          <ac:chgData name="layanobeid30@gmail.com" userId="3d5579763a62b87a" providerId="Windows Live" clId="Web-{5FDB27B0-3FE4-4195-8EDE-E3BC8E61D05B}" dt="2026-05-08T07:35:38.990" v="1462" actId="14100"/>
          <ac:spMkLst>
            <pc:docMk/>
            <pc:sldMk cId="2772976890" sldId="266"/>
            <ac:spMk id="6" creationId="{C3BED81D-23D5-4BCA-C997-C0BD3AFCE5FB}"/>
          </ac:spMkLst>
        </pc:spChg>
        <pc:spChg chg="add mod">
          <ac:chgData name="layanobeid30@gmail.com" userId="3d5579763a62b87a" providerId="Windows Live" clId="Web-{5FDB27B0-3FE4-4195-8EDE-E3BC8E61D05B}" dt="2026-05-08T07:36:09.318" v="1469" actId="1076"/>
          <ac:spMkLst>
            <pc:docMk/>
            <pc:sldMk cId="2772976890" sldId="266"/>
            <ac:spMk id="7" creationId="{B69AF081-0AD6-A47C-22B1-B4C3758B07ED}"/>
          </ac:spMkLst>
        </pc:spChg>
        <pc:spChg chg="add mod">
          <ac:chgData name="layanobeid30@gmail.com" userId="3d5579763a62b87a" providerId="Windows Live" clId="Web-{5FDB27B0-3FE4-4195-8EDE-E3BC8E61D05B}" dt="2026-05-08T07:37:09.525" v="1475" actId="1076"/>
          <ac:spMkLst>
            <pc:docMk/>
            <pc:sldMk cId="2772976890" sldId="266"/>
            <ac:spMk id="8" creationId="{1F65AF7A-47FE-4AED-1A85-F3BA8B1C8551}"/>
          </ac:spMkLst>
        </pc:spChg>
        <pc:spChg chg="add mod">
          <ac:chgData name="layanobeid30@gmail.com" userId="3d5579763a62b87a" providerId="Windows Live" clId="Web-{5FDB27B0-3FE4-4195-8EDE-E3BC8E61D05B}" dt="2026-05-08T07:37:32.245" v="1481" actId="1076"/>
          <ac:spMkLst>
            <pc:docMk/>
            <pc:sldMk cId="2772976890" sldId="266"/>
            <ac:spMk id="9" creationId="{BEF1C1E3-D7CE-24E0-1DC8-CAB620F714B2}"/>
          </ac:spMkLst>
        </pc:spChg>
        <pc:spChg chg="add mod">
          <ac:chgData name="layanobeid30@gmail.com" userId="3d5579763a62b87a" providerId="Windows Live" clId="Web-{5FDB27B0-3FE4-4195-8EDE-E3BC8E61D05B}" dt="2026-05-08T07:37:58.997" v="1488" actId="1076"/>
          <ac:spMkLst>
            <pc:docMk/>
            <pc:sldMk cId="2772976890" sldId="266"/>
            <ac:spMk id="10" creationId="{39EEE2FF-823E-B9F1-E842-AA69B9AC9068}"/>
          </ac:spMkLst>
        </pc:spChg>
        <pc:spChg chg="add mod">
          <ac:chgData name="layanobeid30@gmail.com" userId="3d5579763a62b87a" providerId="Windows Live" clId="Web-{5FDB27B0-3FE4-4195-8EDE-E3BC8E61D05B}" dt="2026-05-08T07:43:03.100" v="1513" actId="1076"/>
          <ac:spMkLst>
            <pc:docMk/>
            <pc:sldMk cId="2772976890" sldId="266"/>
            <ac:spMk id="11" creationId="{CCEF9D7A-4ED5-EBCA-10F9-5ADC56802557}"/>
          </ac:spMkLst>
        </pc:spChg>
        <pc:grpChg chg="add mod">
          <ac:chgData name="layanobeid30@gmail.com" userId="3d5579763a62b87a" providerId="Windows Live" clId="Web-{5FDB27B0-3FE4-4195-8EDE-E3BC8E61D05B}" dt="2026-05-08T07:43:18.319" v="1516" actId="1076"/>
          <ac:grpSpMkLst>
            <pc:docMk/>
            <pc:sldMk cId="2772976890" sldId="266"/>
            <ac:grpSpMk id="13" creationId="{57F91AE9-9012-E9FD-B4B9-11586E82342F}"/>
          </ac:grpSpMkLst>
        </pc:grpChg>
        <pc:picChg chg="add mod">
          <ac:chgData name="layanobeid30@gmail.com" userId="3d5579763a62b87a" providerId="Windows Live" clId="Web-{5FDB27B0-3FE4-4195-8EDE-E3BC8E61D05B}" dt="2026-05-08T07:43:14.022" v="1515" actId="1076"/>
          <ac:picMkLst>
            <pc:docMk/>
            <pc:sldMk cId="2772976890" sldId="266"/>
            <ac:picMk id="12" creationId="{35B0A380-029B-CE3A-D73D-C7C931F37B76}"/>
          </ac:picMkLst>
        </pc:picChg>
      </pc:sldChg>
      <pc:sldChg chg="addSp delSp modSp new modTransition">
        <pc:chgData name="layanobeid30@gmail.com" userId="3d5579763a62b87a" providerId="Windows Live" clId="Web-{5FDB27B0-3FE4-4195-8EDE-E3BC8E61D05B}" dt="2026-05-08T10:04:37.958" v="1793" actId="1076"/>
        <pc:sldMkLst>
          <pc:docMk/>
          <pc:sldMk cId="2397946673" sldId="267"/>
        </pc:sldMkLst>
        <pc:spChg chg="add mod">
          <ac:chgData name="layanobeid30@gmail.com" userId="3d5579763a62b87a" providerId="Windows Live" clId="Web-{5FDB27B0-3FE4-4195-8EDE-E3BC8E61D05B}" dt="2026-05-08T08:08:49.074" v="1530" actId="1076"/>
          <ac:spMkLst>
            <pc:docMk/>
            <pc:sldMk cId="2397946673" sldId="267"/>
            <ac:spMk id="2" creationId="{10C41A51-9D8E-C7DF-0082-F84F765E3B90}"/>
          </ac:spMkLst>
        </pc:spChg>
        <pc:spChg chg="del">
          <ac:chgData name="layanobeid30@gmail.com" userId="3d5579763a62b87a" providerId="Windows Live" clId="Web-{5FDB27B0-3FE4-4195-8EDE-E3BC8E61D05B}" dt="2026-05-08T07:43:45.617" v="1521"/>
          <ac:spMkLst>
            <pc:docMk/>
            <pc:sldMk cId="2397946673" sldId="267"/>
            <ac:spMk id="2" creationId="{1A2554CB-86EB-28DE-DAF9-CBFC6DD556A2}"/>
          </ac:spMkLst>
        </pc:spChg>
        <pc:spChg chg="add del">
          <ac:chgData name="layanobeid30@gmail.com" userId="3d5579763a62b87a" providerId="Windows Live" clId="Web-{5FDB27B0-3FE4-4195-8EDE-E3BC8E61D05B}" dt="2026-05-08T08:09:06.340" v="1532"/>
          <ac:spMkLst>
            <pc:docMk/>
            <pc:sldMk cId="2397946673" sldId="267"/>
            <ac:spMk id="3" creationId="{2E4713D8-6449-2002-88D4-DC997F726A86}"/>
          </ac:spMkLst>
        </pc:spChg>
        <pc:spChg chg="del">
          <ac:chgData name="layanobeid30@gmail.com" userId="3d5579763a62b87a" providerId="Windows Live" clId="Web-{5FDB27B0-3FE4-4195-8EDE-E3BC8E61D05B}" dt="2026-05-08T07:43:50.617" v="1522"/>
          <ac:spMkLst>
            <pc:docMk/>
            <pc:sldMk cId="2397946673" sldId="267"/>
            <ac:spMk id="3" creationId="{E347CEBC-B87A-0F72-EDCE-F5A1D79CF83E}"/>
          </ac:spMkLst>
        </pc:spChg>
        <pc:spChg chg="add mod">
          <ac:chgData name="layanobeid30@gmail.com" userId="3d5579763a62b87a" providerId="Windows Live" clId="Web-{5FDB27B0-3FE4-4195-8EDE-E3BC8E61D05B}" dt="2026-05-08T09:32:56.699" v="1643"/>
          <ac:spMkLst>
            <pc:docMk/>
            <pc:sldMk cId="2397946673" sldId="267"/>
            <ac:spMk id="3" creationId="{FC962888-9522-43C4-17A2-9BB11822E21C}"/>
          </ac:spMkLst>
        </pc:spChg>
        <pc:spChg chg="add mod">
          <ac:chgData name="layanobeid30@gmail.com" userId="3d5579763a62b87a" providerId="Windows Live" clId="Web-{5FDB27B0-3FE4-4195-8EDE-E3BC8E61D05B}" dt="2026-05-08T08:09:42.373" v="1543" actId="1076"/>
          <ac:spMkLst>
            <pc:docMk/>
            <pc:sldMk cId="2397946673" sldId="267"/>
            <ac:spMk id="4" creationId="{47FD218E-6FB5-EAC3-EBC0-251B2AF9638F}"/>
          </ac:spMkLst>
        </pc:spChg>
        <pc:spChg chg="add del mod">
          <ac:chgData name="layanobeid30@gmail.com" userId="3d5579763a62b87a" providerId="Windows Live" clId="Web-{5FDB27B0-3FE4-4195-8EDE-E3BC8E61D05B}" dt="2026-05-08T08:22:42.453" v="1568"/>
          <ac:spMkLst>
            <pc:docMk/>
            <pc:sldMk cId="2397946673" sldId="267"/>
            <ac:spMk id="5" creationId="{64860967-396E-615C-165F-77E257CF3ED3}"/>
          </ac:spMkLst>
        </pc:spChg>
        <pc:spChg chg="add mod">
          <ac:chgData name="layanobeid30@gmail.com" userId="3d5579763a62b87a" providerId="Windows Live" clId="Web-{5FDB27B0-3FE4-4195-8EDE-E3BC8E61D05B}" dt="2026-05-08T09:34:08.076" v="1651" actId="1076"/>
          <ac:spMkLst>
            <pc:docMk/>
            <pc:sldMk cId="2397946673" sldId="267"/>
            <ac:spMk id="5" creationId="{E7384D6A-1B04-BE2B-78E4-46C06401CD8A}"/>
          </ac:spMkLst>
        </pc:spChg>
        <pc:spChg chg="add del mod">
          <ac:chgData name="layanobeid30@gmail.com" userId="3d5579763a62b87a" providerId="Windows Live" clId="Web-{5FDB27B0-3FE4-4195-8EDE-E3BC8E61D05B}" dt="2026-05-08T08:10:49.562" v="1550"/>
          <ac:spMkLst>
            <pc:docMk/>
            <pc:sldMk cId="2397946673" sldId="267"/>
            <ac:spMk id="6" creationId="{D7E9CF7A-9F43-9F12-6780-8BE17A578FE6}"/>
          </ac:spMkLst>
        </pc:spChg>
        <pc:spChg chg="add del mod">
          <ac:chgData name="layanobeid30@gmail.com" userId="3d5579763a62b87a" providerId="Windows Live" clId="Web-{5FDB27B0-3FE4-4195-8EDE-E3BC8E61D05B}" dt="2026-05-08T08:11:36.865" v="1553"/>
          <ac:spMkLst>
            <pc:docMk/>
            <pc:sldMk cId="2397946673" sldId="267"/>
            <ac:spMk id="7" creationId="{2C28B15B-03A3-B294-F4D7-9C092FDC7548}"/>
          </ac:spMkLst>
        </pc:spChg>
        <pc:spChg chg="add mod">
          <ac:chgData name="layanobeid30@gmail.com" userId="3d5579763a62b87a" providerId="Windows Live" clId="Web-{5FDB27B0-3FE4-4195-8EDE-E3BC8E61D05B}" dt="2026-05-08T09:35:16.594" v="1666" actId="14100"/>
          <ac:spMkLst>
            <pc:docMk/>
            <pc:sldMk cId="2397946673" sldId="267"/>
            <ac:spMk id="8" creationId="{0CBA5B5B-A376-911D-6629-DC817ADB7460}"/>
          </ac:spMkLst>
        </pc:spChg>
        <pc:spChg chg="add mod">
          <ac:chgData name="layanobeid30@gmail.com" userId="3d5579763a62b87a" providerId="Windows Live" clId="Web-{5FDB27B0-3FE4-4195-8EDE-E3BC8E61D05B}" dt="2026-05-08T09:38:14.520" v="1691" actId="1076"/>
          <ac:spMkLst>
            <pc:docMk/>
            <pc:sldMk cId="2397946673" sldId="267"/>
            <ac:spMk id="13" creationId="{3138A2D1-A6C0-8AA4-ABC3-0633AC7746ED}"/>
          </ac:spMkLst>
        </pc:spChg>
        <pc:spChg chg="add mod">
          <ac:chgData name="layanobeid30@gmail.com" userId="3d5579763a62b87a" providerId="Windows Live" clId="Web-{5FDB27B0-3FE4-4195-8EDE-E3BC8E61D05B}" dt="2026-05-08T09:42:17.477" v="1713"/>
          <ac:spMkLst>
            <pc:docMk/>
            <pc:sldMk cId="2397946673" sldId="267"/>
            <ac:spMk id="15" creationId="{B079D392-BEC5-95B7-0833-17B03458BACC}"/>
          </ac:spMkLst>
        </pc:spChg>
        <pc:spChg chg="add mod">
          <ac:chgData name="layanobeid30@gmail.com" userId="3d5579763a62b87a" providerId="Windows Live" clId="Web-{5FDB27B0-3FE4-4195-8EDE-E3BC8E61D05B}" dt="2026-05-08T09:43:38.368" v="1718" actId="1076"/>
          <ac:spMkLst>
            <pc:docMk/>
            <pc:sldMk cId="2397946673" sldId="267"/>
            <ac:spMk id="17" creationId="{F6FAE8AF-19D6-2802-954D-D6E020F932A1}"/>
          </ac:spMkLst>
        </pc:spChg>
        <pc:spChg chg="add mod">
          <ac:chgData name="layanobeid30@gmail.com" userId="3d5579763a62b87a" providerId="Windows Live" clId="Web-{5FDB27B0-3FE4-4195-8EDE-E3BC8E61D05B}" dt="2026-05-08T10:04:37.958" v="1793" actId="1076"/>
          <ac:spMkLst>
            <pc:docMk/>
            <pc:sldMk cId="2397946673" sldId="267"/>
            <ac:spMk id="19" creationId="{640D30B3-B08E-FBA3-4834-55ABE9E604D4}"/>
          </ac:spMkLst>
        </pc:spChg>
        <pc:grpChg chg="add mod">
          <ac:chgData name="layanobeid30@gmail.com" userId="3d5579763a62b87a" providerId="Windows Live" clId="Web-{5FDB27B0-3FE4-4195-8EDE-E3BC8E61D05B}" dt="2026-05-08T09:46:32.330" v="1721" actId="1076"/>
          <ac:grpSpMkLst>
            <pc:docMk/>
            <pc:sldMk cId="2397946673" sldId="267"/>
            <ac:grpSpMk id="18" creationId="{865DF08D-A38A-6B8D-0058-0476C63706EA}"/>
          </ac:grpSpMkLst>
        </pc:grpChg>
        <pc:cxnChg chg="add mod">
          <ac:chgData name="layanobeid30@gmail.com" userId="3d5579763a62b87a" providerId="Windows Live" clId="Web-{5FDB27B0-3FE4-4195-8EDE-E3BC8E61D05B}" dt="2026-05-08T09:34:01.076" v="1650" actId="14100"/>
          <ac:cxnSpMkLst>
            <pc:docMk/>
            <pc:sldMk cId="2397946673" sldId="267"/>
            <ac:cxnSpMk id="6" creationId="{3C8DCAA2-E9BA-FC35-B5F9-6E5442B1DAEB}"/>
          </ac:cxnSpMkLst>
        </pc:cxnChg>
        <pc:cxnChg chg="add mod">
          <ac:chgData name="layanobeid30@gmail.com" userId="3d5579763a62b87a" providerId="Windows Live" clId="Web-{5FDB27B0-3FE4-4195-8EDE-E3BC8E61D05B}" dt="2026-05-08T09:35:25.969" v="1667" actId="14100"/>
          <ac:cxnSpMkLst>
            <pc:docMk/>
            <pc:sldMk cId="2397946673" sldId="267"/>
            <ac:cxnSpMk id="7" creationId="{75CB9204-9D36-2B3D-416C-6EFF91C8DB4F}"/>
          </ac:cxnSpMkLst>
        </pc:cxnChg>
        <pc:cxnChg chg="add del mod">
          <ac:chgData name="layanobeid30@gmail.com" userId="3d5579763a62b87a" providerId="Windows Live" clId="Web-{5FDB27B0-3FE4-4195-8EDE-E3BC8E61D05B}" dt="2026-05-08T08:24:06.237" v="1579"/>
          <ac:cxnSpMkLst>
            <pc:docMk/>
            <pc:sldMk cId="2397946673" sldId="267"/>
            <ac:cxnSpMk id="8" creationId="{998031EF-A28D-F3FA-52E9-97A10E8CEC14}"/>
          </ac:cxnSpMkLst>
        </pc:cxnChg>
        <pc:cxnChg chg="add mod">
          <ac:chgData name="layanobeid30@gmail.com" userId="3d5579763a62b87a" providerId="Windows Live" clId="Web-{5FDB27B0-3FE4-4195-8EDE-E3BC8E61D05B}" dt="2026-05-08T09:32:43.026" v="1640" actId="14100"/>
          <ac:cxnSpMkLst>
            <pc:docMk/>
            <pc:sldMk cId="2397946673" sldId="267"/>
            <ac:cxnSpMk id="9" creationId="{CBE53908-BC27-0949-C1F6-FDC5CE8EFF49}"/>
          </ac:cxnSpMkLst>
        </pc:cxnChg>
        <pc:cxnChg chg="add del mod">
          <ac:chgData name="layanobeid30@gmail.com" userId="3d5579763a62b87a" providerId="Windows Live" clId="Web-{5FDB27B0-3FE4-4195-8EDE-E3BC8E61D05B}" dt="2026-05-08T09:31:28.851" v="1635"/>
          <ac:cxnSpMkLst>
            <pc:docMk/>
            <pc:sldMk cId="2397946673" sldId="267"/>
            <ac:cxnSpMk id="10" creationId="{CD99B5BE-CDB3-9909-6DC6-10599A3EBBEC}"/>
          </ac:cxnSpMkLst>
        </pc:cxnChg>
        <pc:cxnChg chg="add del mod">
          <ac:chgData name="layanobeid30@gmail.com" userId="3d5579763a62b87a" providerId="Windows Live" clId="Web-{5FDB27B0-3FE4-4195-8EDE-E3BC8E61D05B}" dt="2026-05-08T09:31:29.023" v="1636"/>
          <ac:cxnSpMkLst>
            <pc:docMk/>
            <pc:sldMk cId="2397946673" sldId="267"/>
            <ac:cxnSpMk id="11" creationId="{4CE37C9D-EA8C-E263-B6DC-A5D4D539E09E}"/>
          </ac:cxnSpMkLst>
        </pc:cxnChg>
        <pc:cxnChg chg="add mod">
          <ac:chgData name="layanobeid30@gmail.com" userId="3d5579763a62b87a" providerId="Windows Live" clId="Web-{5FDB27B0-3FE4-4195-8EDE-E3BC8E61D05B}" dt="2026-05-08T09:36:48.752" v="1678" actId="14100"/>
          <ac:cxnSpMkLst>
            <pc:docMk/>
            <pc:sldMk cId="2397946673" sldId="267"/>
            <ac:cxnSpMk id="12" creationId="{3DDC9D70-EDB6-6C81-2EE3-C312819B516E}"/>
          </ac:cxnSpMkLst>
        </pc:cxnChg>
        <pc:cxnChg chg="add mod">
          <ac:chgData name="layanobeid30@gmail.com" userId="3d5579763a62b87a" providerId="Windows Live" clId="Web-{5FDB27B0-3FE4-4195-8EDE-E3BC8E61D05B}" dt="2026-05-08T09:39:53.990" v="1700" actId="14100"/>
          <ac:cxnSpMkLst>
            <pc:docMk/>
            <pc:sldMk cId="2397946673" sldId="267"/>
            <ac:cxnSpMk id="14" creationId="{0F8CAE64-37E8-CD9A-6313-35A09C083767}"/>
          </ac:cxnSpMkLst>
        </pc:cxnChg>
        <pc:cxnChg chg="add mod">
          <ac:chgData name="layanobeid30@gmail.com" userId="3d5579763a62b87a" providerId="Windows Live" clId="Web-{5FDB27B0-3FE4-4195-8EDE-E3BC8E61D05B}" dt="2026-05-08T09:42:54.727" v="1716" actId="14100"/>
          <ac:cxnSpMkLst>
            <pc:docMk/>
            <pc:sldMk cId="2397946673" sldId="267"/>
            <ac:cxnSpMk id="16" creationId="{472536D1-2E88-78FE-900E-9A66773895BD}"/>
          </ac:cxnSpMkLst>
        </pc:cxnChg>
      </pc:sldChg>
      <pc:sldChg chg="addSp delSp modSp new modTransition">
        <pc:chgData name="layanobeid30@gmail.com" userId="3d5579763a62b87a" providerId="Windows Live" clId="Web-{5FDB27B0-3FE4-4195-8EDE-E3BC8E61D05B}" dt="2026-05-08T10:24:49.814" v="1849"/>
        <pc:sldMkLst>
          <pc:docMk/>
          <pc:sldMk cId="2034443062" sldId="268"/>
        </pc:sldMkLst>
        <pc:spChg chg="del">
          <ac:chgData name="layanobeid30@gmail.com" userId="3d5579763a62b87a" providerId="Windows Live" clId="Web-{5FDB27B0-3FE4-4195-8EDE-E3BC8E61D05B}" dt="2026-05-08T10:21:38.341" v="1810"/>
          <ac:spMkLst>
            <pc:docMk/>
            <pc:sldMk cId="2034443062" sldId="268"/>
            <ac:spMk id="2" creationId="{7972CFC8-7315-17A1-DD8A-F2206C0DA246}"/>
          </ac:spMkLst>
        </pc:spChg>
        <pc:spChg chg="del">
          <ac:chgData name="layanobeid30@gmail.com" userId="3d5579763a62b87a" providerId="Windows Live" clId="Web-{5FDB27B0-3FE4-4195-8EDE-E3BC8E61D05B}" dt="2026-05-08T10:21:45.169" v="1811"/>
          <ac:spMkLst>
            <pc:docMk/>
            <pc:sldMk cId="2034443062" sldId="268"/>
            <ac:spMk id="3" creationId="{9E67CF11-524B-41A4-B7C8-1384263F39C6}"/>
          </ac:spMkLst>
        </pc:spChg>
        <pc:spChg chg="add mod">
          <ac:chgData name="layanobeid30@gmail.com" userId="3d5579763a62b87a" providerId="Windows Live" clId="Web-{5FDB27B0-3FE4-4195-8EDE-E3BC8E61D05B}" dt="2026-05-08T10:23:47.701" v="1836" actId="1076"/>
          <ac:spMkLst>
            <pc:docMk/>
            <pc:sldMk cId="2034443062" sldId="268"/>
            <ac:spMk id="5" creationId="{9E2504CD-9D4D-A2D4-D9EA-447D9CD9141B}"/>
          </ac:spMkLst>
        </pc:spChg>
        <pc:spChg chg="add mod">
          <ac:chgData name="layanobeid30@gmail.com" userId="3d5579763a62b87a" providerId="Windows Live" clId="Web-{5FDB27B0-3FE4-4195-8EDE-E3BC8E61D05B}" dt="2026-05-08T10:24:39.407" v="1848" actId="20577"/>
          <ac:spMkLst>
            <pc:docMk/>
            <pc:sldMk cId="2034443062" sldId="268"/>
            <ac:spMk id="6" creationId="{554B2551-5DEE-547B-7286-9607A34CD105}"/>
          </ac:spMkLst>
        </pc:spChg>
        <pc:picChg chg="add mod">
          <ac:chgData name="layanobeid30@gmail.com" userId="3d5579763a62b87a" providerId="Windows Live" clId="Web-{5FDB27B0-3FE4-4195-8EDE-E3BC8E61D05B}" dt="2026-05-08T10:22:17.107" v="1814"/>
          <ac:picMkLst>
            <pc:docMk/>
            <pc:sldMk cId="2034443062" sldId="268"/>
            <ac:picMk id="4" creationId="{CE545A14-F6F4-DBB9-5F5F-7B51531C1B90}"/>
          </ac:picMkLst>
        </pc:picChg>
      </pc:sldChg>
      <pc:sldChg chg="addSp delSp modSp new del mod modTransition setBg modShow">
        <pc:chgData name="layanobeid30@gmail.com" userId="3d5579763a62b87a" providerId="Windows Live" clId="Web-{5FDB27B0-3FE4-4195-8EDE-E3BC8E61D05B}" dt="2026-05-08T10:21:19.699" v="1808"/>
        <pc:sldMkLst>
          <pc:docMk/>
          <pc:sldMk cId="3016533007" sldId="268"/>
        </pc:sldMkLst>
        <pc:spChg chg="del">
          <ac:chgData name="layanobeid30@gmail.com" userId="3d5579763a62b87a" providerId="Windows Live" clId="Web-{5FDB27B0-3FE4-4195-8EDE-E3BC8E61D05B}" dt="2026-05-08T10:05:03.616" v="1795"/>
          <ac:spMkLst>
            <pc:docMk/>
            <pc:sldMk cId="3016533007" sldId="268"/>
            <ac:spMk id="2" creationId="{61C31649-C8A1-D3E8-2E66-1F2C1BC8F451}"/>
          </ac:spMkLst>
        </pc:spChg>
        <pc:spChg chg="del">
          <ac:chgData name="layanobeid30@gmail.com" userId="3d5579763a62b87a" providerId="Windows Live" clId="Web-{5FDB27B0-3FE4-4195-8EDE-E3BC8E61D05B}" dt="2026-05-08T10:05:07.335" v="1796"/>
          <ac:spMkLst>
            <pc:docMk/>
            <pc:sldMk cId="3016533007" sldId="268"/>
            <ac:spMk id="3" creationId="{D063698A-7FDD-A6C0-3214-2CF818623131}"/>
          </ac:spMkLst>
        </pc:spChg>
        <pc:spChg chg="add del">
          <ac:chgData name="layanobeid30@gmail.com" userId="3d5579763a62b87a" providerId="Windows Live" clId="Web-{5FDB27B0-3FE4-4195-8EDE-E3BC8E61D05B}" dt="2026-05-08T10:20:34.447" v="1801"/>
          <ac:spMkLst>
            <pc:docMk/>
            <pc:sldMk cId="3016533007" sldId="268"/>
            <ac:spMk id="9" creationId="{ED55A19D-297C-4231-AD1F-08EF9B4AA8F4}"/>
          </ac:spMkLst>
        </pc:spChg>
        <pc:spChg chg="add del">
          <ac:chgData name="layanobeid30@gmail.com" userId="3d5579763a62b87a" providerId="Windows Live" clId="Web-{5FDB27B0-3FE4-4195-8EDE-E3BC8E61D05B}" dt="2026-05-08T10:20:34.447" v="1801"/>
          <ac:spMkLst>
            <pc:docMk/>
            <pc:sldMk cId="3016533007" sldId="268"/>
            <ac:spMk id="11" creationId="{EBAB6C56-3D38-4923-996E-BD474BBB91E9}"/>
          </ac:spMkLst>
        </pc:spChg>
        <pc:spChg chg="add del">
          <ac:chgData name="layanobeid30@gmail.com" userId="3d5579763a62b87a" providerId="Windows Live" clId="Web-{5FDB27B0-3FE4-4195-8EDE-E3BC8E61D05B}" dt="2026-05-08T10:20:34.447" v="1801"/>
          <ac:spMkLst>
            <pc:docMk/>
            <pc:sldMk cId="3016533007" sldId="268"/>
            <ac:spMk id="13" creationId="{20CD21DB-082D-417D-A5AB-FC838AF9D944}"/>
          </ac:spMkLst>
        </pc:spChg>
        <pc:spChg chg="add del">
          <ac:chgData name="layanobeid30@gmail.com" userId="3d5579763a62b87a" providerId="Windows Live" clId="Web-{5FDB27B0-3FE4-4195-8EDE-E3BC8E61D05B}" dt="2026-05-08T10:20:34.447" v="1801"/>
          <ac:spMkLst>
            <pc:docMk/>
            <pc:sldMk cId="3016533007" sldId="268"/>
            <ac:spMk id="15" creationId="{7BD8AB83-2763-4392-B4B9-049CDF1F6EA4}"/>
          </ac:spMkLst>
        </pc:spChg>
        <pc:spChg chg="add del">
          <ac:chgData name="layanobeid30@gmail.com" userId="3d5579763a62b87a" providerId="Windows Live" clId="Web-{5FDB27B0-3FE4-4195-8EDE-E3BC8E61D05B}" dt="2026-05-08T10:20:34.447" v="1801"/>
          <ac:spMkLst>
            <pc:docMk/>
            <pc:sldMk cId="3016533007" sldId="268"/>
            <ac:spMk id="17" creationId="{480F071C-C35C-4CE1-8EE5-8ED96E2F4E25}"/>
          </ac:spMkLst>
        </pc:spChg>
        <pc:spChg chg="add del">
          <ac:chgData name="layanobeid30@gmail.com" userId="3d5579763a62b87a" providerId="Windows Live" clId="Web-{5FDB27B0-3FE4-4195-8EDE-E3BC8E61D05B}" dt="2026-05-08T10:20:34.447" v="1801"/>
          <ac:spMkLst>
            <pc:docMk/>
            <pc:sldMk cId="3016533007" sldId="268"/>
            <ac:spMk id="19" creationId="{CD97FAB4-59E0-4E65-B50B-867B14D2A067}"/>
          </ac:spMkLst>
        </pc:spChg>
        <pc:spChg chg="add del">
          <ac:chgData name="layanobeid30@gmail.com" userId="3d5579763a62b87a" providerId="Windows Live" clId="Web-{5FDB27B0-3FE4-4195-8EDE-E3BC8E61D05B}" dt="2026-05-08T10:20:34.447" v="1801"/>
          <ac:spMkLst>
            <pc:docMk/>
            <pc:sldMk cId="3016533007" sldId="268"/>
            <ac:spMk id="21" creationId="{0D578F4B-2751-4FC2-8853-FAC5C59139C1}"/>
          </ac:spMkLst>
        </pc:spChg>
        <pc:spChg chg="add">
          <ac:chgData name="layanobeid30@gmail.com" userId="3d5579763a62b87a" providerId="Windows Live" clId="Web-{5FDB27B0-3FE4-4195-8EDE-E3BC8E61D05B}" dt="2026-05-08T10:20:34.447" v="1802"/>
          <ac:spMkLst>
            <pc:docMk/>
            <pc:sldMk cId="3016533007" sldId="268"/>
            <ac:spMk id="23" creationId="{AB8C311F-7253-4AED-9701-7FC0708C41C7}"/>
          </ac:spMkLst>
        </pc:spChg>
        <pc:spChg chg="add">
          <ac:chgData name="layanobeid30@gmail.com" userId="3d5579763a62b87a" providerId="Windows Live" clId="Web-{5FDB27B0-3FE4-4195-8EDE-E3BC8E61D05B}" dt="2026-05-08T10:20:34.447" v="1802"/>
          <ac:spMkLst>
            <pc:docMk/>
            <pc:sldMk cId="3016533007" sldId="268"/>
            <ac:spMk id="24" creationId="{E2384209-CB15-4CDF-9D31-C44FD9A3F20D}"/>
          </ac:spMkLst>
        </pc:spChg>
        <pc:spChg chg="add">
          <ac:chgData name="layanobeid30@gmail.com" userId="3d5579763a62b87a" providerId="Windows Live" clId="Web-{5FDB27B0-3FE4-4195-8EDE-E3BC8E61D05B}" dt="2026-05-08T10:20:34.447" v="1802"/>
          <ac:spMkLst>
            <pc:docMk/>
            <pc:sldMk cId="3016533007" sldId="268"/>
            <ac:spMk id="25" creationId="{2633B3B5-CC90-43F0-8714-D31D1F3F0209}"/>
          </ac:spMkLst>
        </pc:spChg>
        <pc:spChg chg="add">
          <ac:chgData name="layanobeid30@gmail.com" userId="3d5579763a62b87a" providerId="Windows Live" clId="Web-{5FDB27B0-3FE4-4195-8EDE-E3BC8E61D05B}" dt="2026-05-08T10:20:34.447" v="1802"/>
          <ac:spMkLst>
            <pc:docMk/>
            <pc:sldMk cId="3016533007" sldId="268"/>
            <ac:spMk id="26" creationId="{A8D57A06-A426-446D-B02C-A2DC6B62E45E}"/>
          </ac:spMkLst>
        </pc:spChg>
        <pc:picChg chg="add mod">
          <ac:chgData name="layanobeid30@gmail.com" userId="3d5579763a62b87a" providerId="Windows Live" clId="Web-{5FDB27B0-3FE4-4195-8EDE-E3BC8E61D05B}" dt="2026-05-08T10:21:13.386" v="1806" actId="14100"/>
          <ac:picMkLst>
            <pc:docMk/>
            <pc:sldMk cId="3016533007" sldId="268"/>
            <ac:picMk id="4" creationId="{C08D4F9B-A5BC-DCF3-C6E3-83B5FE3E023A}"/>
          </ac:picMkLst>
        </pc:picChg>
      </pc:sldChg>
      <pc:sldChg chg="addSp delSp modSp new modTransition">
        <pc:chgData name="layanobeid30@gmail.com" userId="3d5579763a62b87a" providerId="Windows Live" clId="Web-{5FDB27B0-3FE4-4195-8EDE-E3BC8E61D05B}" dt="2026-05-08T11:36:21.152" v="1936"/>
        <pc:sldMkLst>
          <pc:docMk/>
          <pc:sldMk cId="3792004842" sldId="269"/>
        </pc:sldMkLst>
        <pc:spChg chg="del">
          <ac:chgData name="layanobeid30@gmail.com" userId="3d5579763a62b87a" providerId="Windows Live" clId="Web-{5FDB27B0-3FE4-4195-8EDE-E3BC8E61D05B}" dt="2026-05-08T10:38:13.182" v="1851"/>
          <ac:spMkLst>
            <pc:docMk/>
            <pc:sldMk cId="3792004842" sldId="269"/>
            <ac:spMk id="2" creationId="{61558678-9BE6-CA31-D247-51E12190712E}"/>
          </ac:spMkLst>
        </pc:spChg>
        <pc:spChg chg="del">
          <ac:chgData name="layanobeid30@gmail.com" userId="3d5579763a62b87a" providerId="Windows Live" clId="Web-{5FDB27B0-3FE4-4195-8EDE-E3BC8E61D05B}" dt="2026-05-08T10:38:16.823" v="1852"/>
          <ac:spMkLst>
            <pc:docMk/>
            <pc:sldMk cId="3792004842" sldId="269"/>
            <ac:spMk id="3" creationId="{4F314AB1-4D84-9972-8A3F-7F79FECCFDFF}"/>
          </ac:spMkLst>
        </pc:spChg>
        <pc:spChg chg="add del mod">
          <ac:chgData name="layanobeid30@gmail.com" userId="3d5579763a62b87a" providerId="Windows Live" clId="Web-{5FDB27B0-3FE4-4195-8EDE-E3BC8E61D05B}" dt="2026-05-08T10:38:26.932" v="1855"/>
          <ac:spMkLst>
            <pc:docMk/>
            <pc:sldMk cId="3792004842" sldId="269"/>
            <ac:spMk id="4" creationId="{56E37782-86C1-AD4C-7A18-279304DD45A4}"/>
          </ac:spMkLst>
        </pc:spChg>
        <pc:picChg chg="add del mod">
          <ac:chgData name="layanobeid30@gmail.com" userId="3d5579763a62b87a" providerId="Windows Live" clId="Web-{5FDB27B0-3FE4-4195-8EDE-E3BC8E61D05B}" dt="2026-05-08T10:39:09.494" v="1859"/>
          <ac:picMkLst>
            <pc:docMk/>
            <pc:sldMk cId="3792004842" sldId="269"/>
            <ac:picMk id="5" creationId="{2A845EE2-CCFF-4676-6C73-C1EB6333BFF9}"/>
          </ac:picMkLst>
        </pc:picChg>
        <pc:picChg chg="add del mod modCrop">
          <ac:chgData name="layanobeid30@gmail.com" userId="3d5579763a62b87a" providerId="Windows Live" clId="Web-{5FDB27B0-3FE4-4195-8EDE-E3BC8E61D05B}" dt="2026-05-08T10:43:11.582" v="1874" actId="1076"/>
          <ac:picMkLst>
            <pc:docMk/>
            <pc:sldMk cId="3792004842" sldId="269"/>
            <ac:picMk id="6" creationId="{58962813-DE8D-459F-1271-CBB809CB87AE}"/>
          </ac:picMkLst>
        </pc:picChg>
        <pc:picChg chg="add mod modCrop">
          <ac:chgData name="layanobeid30@gmail.com" userId="3d5579763a62b87a" providerId="Windows Live" clId="Web-{5FDB27B0-3FE4-4195-8EDE-E3BC8E61D05B}" dt="2026-05-08T10:43:06.910" v="1873" actId="1076"/>
          <ac:picMkLst>
            <pc:docMk/>
            <pc:sldMk cId="3792004842" sldId="269"/>
            <ac:picMk id="7" creationId="{06236E02-DD89-76CC-4B36-866526B9E03D}"/>
          </ac:picMkLst>
        </pc:picChg>
      </pc:sldChg>
      <pc:sldChg chg="addSp delSp modSp new mod modTransition setBg">
        <pc:chgData name="layanobeid30@gmail.com" userId="3d5579763a62b87a" providerId="Windows Live" clId="Web-{5FDB27B0-3FE4-4195-8EDE-E3BC8E61D05B}" dt="2026-05-08T11:36:26.308" v="1938"/>
        <pc:sldMkLst>
          <pc:docMk/>
          <pc:sldMk cId="535842609" sldId="270"/>
        </pc:sldMkLst>
        <pc:spChg chg="del">
          <ac:chgData name="layanobeid30@gmail.com" userId="3d5579763a62b87a" providerId="Windows Live" clId="Web-{5FDB27B0-3FE4-4195-8EDE-E3BC8E61D05B}" dt="2026-05-08T10:43:22.567" v="1876"/>
          <ac:spMkLst>
            <pc:docMk/>
            <pc:sldMk cId="535842609" sldId="270"/>
            <ac:spMk id="2" creationId="{8A1C048C-0A90-6720-CCFC-92F391056E88}"/>
          </ac:spMkLst>
        </pc:spChg>
        <pc:spChg chg="del">
          <ac:chgData name="layanobeid30@gmail.com" userId="3d5579763a62b87a" providerId="Windows Live" clId="Web-{5FDB27B0-3FE4-4195-8EDE-E3BC8E61D05B}" dt="2026-05-08T10:43:26.567" v="1877"/>
          <ac:spMkLst>
            <pc:docMk/>
            <pc:sldMk cId="535842609" sldId="270"/>
            <ac:spMk id="3" creationId="{1413ECD6-8BBD-7B7E-ED89-331286756F0F}"/>
          </ac:spMkLst>
        </pc:spChg>
        <pc:picChg chg="add del mod">
          <ac:chgData name="layanobeid30@gmail.com" userId="3d5579763a62b87a" providerId="Windows Live" clId="Web-{5FDB27B0-3FE4-4195-8EDE-E3BC8E61D05B}" dt="2026-05-08T11:16:37.145" v="1880"/>
          <ac:picMkLst>
            <pc:docMk/>
            <pc:sldMk cId="535842609" sldId="270"/>
            <ac:picMk id="2" creationId="{71FA3C0D-FC50-84A0-D89F-3B778BDE076C}"/>
          </ac:picMkLst>
        </pc:picChg>
        <pc:picChg chg="add mod">
          <ac:chgData name="layanobeid30@gmail.com" userId="3d5579763a62b87a" providerId="Windows Live" clId="Web-{5FDB27B0-3FE4-4195-8EDE-E3BC8E61D05B}" dt="2026-05-08T11:17:54.008" v="1883" actId="14100"/>
          <ac:picMkLst>
            <pc:docMk/>
            <pc:sldMk cId="535842609" sldId="270"/>
            <ac:picMk id="3" creationId="{AEDB7BA2-746E-5A6F-6409-E4E9B864AFDC}"/>
          </ac:picMkLst>
        </pc:picChg>
      </pc:sldChg>
      <pc:sldChg chg="addSp delSp modSp new mod modTransition setBg">
        <pc:chgData name="layanobeid30@gmail.com" userId="3d5579763a62b87a" providerId="Windows Live" clId="Web-{5FDB27B0-3FE4-4195-8EDE-E3BC8E61D05B}" dt="2026-05-08T11:38:54.599" v="1944"/>
        <pc:sldMkLst>
          <pc:docMk/>
          <pc:sldMk cId="4127084971" sldId="271"/>
        </pc:sldMkLst>
        <pc:spChg chg="del">
          <ac:chgData name="layanobeid30@gmail.com" userId="3d5579763a62b87a" providerId="Windows Live" clId="Web-{5FDB27B0-3FE4-4195-8EDE-E3BC8E61D05B}" dt="2026-05-08T11:31:40.532" v="1886"/>
          <ac:spMkLst>
            <pc:docMk/>
            <pc:sldMk cId="4127084971" sldId="271"/>
            <ac:spMk id="2" creationId="{799439F1-9627-96CC-9FEA-E3DF607541F1}"/>
          </ac:spMkLst>
        </pc:spChg>
        <pc:spChg chg="del">
          <ac:chgData name="layanobeid30@gmail.com" userId="3d5579763a62b87a" providerId="Windows Live" clId="Web-{5FDB27B0-3FE4-4195-8EDE-E3BC8E61D05B}" dt="2026-05-08T11:31:37.797" v="1885"/>
          <ac:spMkLst>
            <pc:docMk/>
            <pc:sldMk cId="4127084971" sldId="271"/>
            <ac:spMk id="3" creationId="{CC6A8CA8-782E-E9DE-EA46-B91391E512E8}"/>
          </ac:spMkLst>
        </pc:spChg>
        <pc:spChg chg="add del mod">
          <ac:chgData name="layanobeid30@gmail.com" userId="3d5579763a62b87a" providerId="Windows Live" clId="Web-{5FDB27B0-3FE4-4195-8EDE-E3BC8E61D05B}" dt="2026-05-08T11:38:31.004" v="1940"/>
          <ac:spMkLst>
            <pc:docMk/>
            <pc:sldMk cId="4127084971" sldId="271"/>
            <ac:spMk id="4" creationId="{3B7F527B-D7A9-0467-D7F5-F69A50673033}"/>
          </ac:spMkLst>
        </pc:spChg>
        <pc:spChg chg="add">
          <ac:chgData name="layanobeid30@gmail.com" userId="3d5579763a62b87a" providerId="Windows Live" clId="Web-{5FDB27B0-3FE4-4195-8EDE-E3BC8E61D05B}" dt="2026-05-08T11:38:54.599" v="1944"/>
          <ac:spMkLst>
            <pc:docMk/>
            <pc:sldMk cId="4127084971" sldId="271"/>
            <ac:spMk id="10" creationId="{42A4FC2C-047E-45A5-965D-8E1E3BF09BC6}"/>
          </ac:spMkLst>
        </pc:spChg>
        <pc:picChg chg="add mod">
          <ac:chgData name="layanobeid30@gmail.com" userId="3d5579763a62b87a" providerId="Windows Live" clId="Web-{5FDB27B0-3FE4-4195-8EDE-E3BC8E61D05B}" dt="2026-05-08T11:38:54.599" v="1944"/>
          <ac:picMkLst>
            <pc:docMk/>
            <pc:sldMk cId="4127084971" sldId="271"/>
            <ac:picMk id="5" creationId="{4D1A919E-FBE8-D223-594A-96060AA0576A}"/>
          </ac:picMkLst>
        </pc:picChg>
      </pc:sldChg>
      <pc:sldChg chg="addSp delSp modSp new mod modTransition setBg">
        <pc:chgData name="layanobeid30@gmail.com" userId="3d5579763a62b87a" providerId="Windows Live" clId="Web-{5FDB27B0-3FE4-4195-8EDE-E3BC8E61D05B}" dt="2026-05-08T11:36:23.511" v="1937"/>
        <pc:sldMkLst>
          <pc:docMk/>
          <pc:sldMk cId="3808855705" sldId="272"/>
        </pc:sldMkLst>
        <pc:spChg chg="mod">
          <ac:chgData name="layanobeid30@gmail.com" userId="3d5579763a62b87a" providerId="Windows Live" clId="Web-{5FDB27B0-3FE4-4195-8EDE-E3BC8E61D05B}" dt="2026-05-08T11:35:16.021" v="1935" actId="1076"/>
          <ac:spMkLst>
            <pc:docMk/>
            <pc:sldMk cId="3808855705" sldId="272"/>
            <ac:spMk id="2" creationId="{A577553F-EE65-7AD3-E8DE-086B109D9929}"/>
          </ac:spMkLst>
        </pc:spChg>
        <pc:spChg chg="del">
          <ac:chgData name="layanobeid30@gmail.com" userId="3d5579763a62b87a" providerId="Windows Live" clId="Web-{5FDB27B0-3FE4-4195-8EDE-E3BC8E61D05B}" dt="2026-05-08T11:33:40.017" v="1919"/>
          <ac:spMkLst>
            <pc:docMk/>
            <pc:sldMk cId="3808855705" sldId="272"/>
            <ac:spMk id="3" creationId="{F34C2D99-7728-1D9B-60D6-D729E97FC070}"/>
          </ac:spMkLst>
        </pc:spChg>
        <pc:spChg chg="add del">
          <ac:chgData name="layanobeid30@gmail.com" userId="3d5579763a62b87a" providerId="Windows Live" clId="Web-{5FDB27B0-3FE4-4195-8EDE-E3BC8E61D05B}" dt="2026-05-08T11:34:30.127" v="1928"/>
          <ac:spMkLst>
            <pc:docMk/>
            <pc:sldMk cId="3808855705" sldId="272"/>
            <ac:spMk id="7" creationId="{1A3C89F8-0D2F-47FF-B903-151248265F47}"/>
          </ac:spMkLst>
        </pc:spChg>
        <pc:spChg chg="add del">
          <ac:chgData name="layanobeid30@gmail.com" userId="3d5579763a62b87a" providerId="Windows Live" clId="Web-{5FDB27B0-3FE4-4195-8EDE-E3BC8E61D05B}" dt="2026-05-08T11:34:30.127" v="1928"/>
          <ac:spMkLst>
            <pc:docMk/>
            <pc:sldMk cId="3808855705" sldId="272"/>
            <ac:spMk id="9" creationId="{C5CB530E-515E-412C-9DF1-5F8FFBD6F383}"/>
          </ac:spMkLst>
        </pc:spChg>
        <pc:spChg chg="add del">
          <ac:chgData name="layanobeid30@gmail.com" userId="3d5579763a62b87a" providerId="Windows Live" clId="Web-{5FDB27B0-3FE4-4195-8EDE-E3BC8E61D05B}" dt="2026-05-08T11:34:30.127" v="1928"/>
          <ac:spMkLst>
            <pc:docMk/>
            <pc:sldMk cId="3808855705" sldId="272"/>
            <ac:spMk id="11" creationId="{712D4376-A578-4FF1-94FC-245E7A6A489F}"/>
          </ac:spMkLst>
        </pc:spChg>
        <pc:spChg chg="add del">
          <ac:chgData name="layanobeid30@gmail.com" userId="3d5579763a62b87a" providerId="Windows Live" clId="Web-{5FDB27B0-3FE4-4195-8EDE-E3BC8E61D05B}" dt="2026-05-08T11:34:30.127" v="1928"/>
          <ac:spMkLst>
            <pc:docMk/>
            <pc:sldMk cId="3808855705" sldId="272"/>
            <ac:spMk id="13" creationId="{AEA7509D-F04F-40CB-A0B3-EEF16499CC9F}"/>
          </ac:spMkLst>
        </pc:spChg>
        <pc:spChg chg="add del">
          <ac:chgData name="layanobeid30@gmail.com" userId="3d5579763a62b87a" providerId="Windows Live" clId="Web-{5FDB27B0-3FE4-4195-8EDE-E3BC8E61D05B}" dt="2026-05-08T11:34:30.127" v="1928"/>
          <ac:spMkLst>
            <pc:docMk/>
            <pc:sldMk cId="3808855705" sldId="272"/>
            <ac:spMk id="17" creationId="{508BEF50-7B1E-49A4-BC19-5F4F1D755E64}"/>
          </ac:spMkLst>
        </pc:spChg>
        <pc:spChg chg="add del">
          <ac:chgData name="layanobeid30@gmail.com" userId="3d5579763a62b87a" providerId="Windows Live" clId="Web-{5FDB27B0-3FE4-4195-8EDE-E3BC8E61D05B}" dt="2026-05-08T11:34:30.127" v="1928"/>
          <ac:spMkLst>
            <pc:docMk/>
            <pc:sldMk cId="3808855705" sldId="272"/>
            <ac:spMk id="19" creationId="{3FBAD350-5664-4811-A208-657FB882D350}"/>
          </ac:spMkLst>
        </pc:spChg>
        <pc:spChg chg="add del">
          <ac:chgData name="layanobeid30@gmail.com" userId="3d5579763a62b87a" providerId="Windows Live" clId="Web-{5FDB27B0-3FE4-4195-8EDE-E3BC8E61D05B}" dt="2026-05-08T11:34:30.127" v="1928"/>
          <ac:spMkLst>
            <pc:docMk/>
            <pc:sldMk cId="3808855705" sldId="272"/>
            <ac:spMk id="21" creationId="{C39ADB8F-D187-49D7-BDCF-C1B6DC727068}"/>
          </ac:spMkLst>
        </pc:spChg>
        <pc:spChg chg="add">
          <ac:chgData name="layanobeid30@gmail.com" userId="3d5579763a62b87a" providerId="Windows Live" clId="Web-{5FDB27B0-3FE4-4195-8EDE-E3BC8E61D05B}" dt="2026-05-08T11:34:30.174" v="1929"/>
          <ac:spMkLst>
            <pc:docMk/>
            <pc:sldMk cId="3808855705" sldId="272"/>
            <ac:spMk id="23" creationId="{699F2931-70EC-414E-8957-39CC893D909E}"/>
          </ac:spMkLst>
        </pc:spChg>
        <pc:spChg chg="add">
          <ac:chgData name="layanobeid30@gmail.com" userId="3d5579763a62b87a" providerId="Windows Live" clId="Web-{5FDB27B0-3FE4-4195-8EDE-E3BC8E61D05B}" dt="2026-05-08T11:34:30.174" v="1929"/>
          <ac:spMkLst>
            <pc:docMk/>
            <pc:sldMk cId="3808855705" sldId="272"/>
            <ac:spMk id="24" creationId="{78FFBE11-4B3E-48D7-94D4-2EC8CC9FE827}"/>
          </ac:spMkLst>
        </pc:spChg>
        <pc:spChg chg="add">
          <ac:chgData name="layanobeid30@gmail.com" userId="3d5579763a62b87a" providerId="Windows Live" clId="Web-{5FDB27B0-3FE4-4195-8EDE-E3BC8E61D05B}" dt="2026-05-08T11:34:30.174" v="1929"/>
          <ac:spMkLst>
            <pc:docMk/>
            <pc:sldMk cId="3808855705" sldId="272"/>
            <ac:spMk id="25" creationId="{AEFD2FD1-B3A5-4E1D-BCC8-7684A5440C4C}"/>
          </ac:spMkLst>
        </pc:spChg>
        <pc:cxnChg chg="add del">
          <ac:chgData name="layanobeid30@gmail.com" userId="3d5579763a62b87a" providerId="Windows Live" clId="Web-{5FDB27B0-3FE4-4195-8EDE-E3BC8E61D05B}" dt="2026-05-08T11:34:30.127" v="1928"/>
          <ac:cxnSpMkLst>
            <pc:docMk/>
            <pc:sldMk cId="3808855705" sldId="272"/>
            <ac:cxnSpMk id="15" creationId="{56020367-4FD5-4596-8E10-C5F095CD8DBF}"/>
          </ac:cxnSpMkLst>
        </pc:cxnChg>
      </pc:sldChg>
    </pc:docChg>
  </pc:docChgLst>
  <pc:docChgLst>
    <pc:chgData name="layanobeid30@gmail.com" userId="3d5579763a62b87a" providerId="Windows Live" clId="Web-{0C5CDD6F-FFC8-41F6-A3EC-A96A8EB538DA}"/>
    <pc:docChg chg="addSld modSld">
      <pc:chgData name="layanobeid30@gmail.com" userId="3d5579763a62b87a" providerId="Windows Live" clId="Web-{0C5CDD6F-FFC8-41F6-A3EC-A96A8EB538DA}" dt="2026-05-07T16:33:41.177" v="211"/>
      <pc:docMkLst>
        <pc:docMk/>
      </pc:docMkLst>
      <pc:sldChg chg="addSp delSp modSp mod modTransition setBg addAnim modAnim">
        <pc:chgData name="layanobeid30@gmail.com" userId="3d5579763a62b87a" providerId="Windows Live" clId="Web-{0C5CDD6F-FFC8-41F6-A3EC-A96A8EB538DA}" dt="2026-05-07T13:50:18.836" v="154"/>
        <pc:sldMkLst>
          <pc:docMk/>
          <pc:sldMk cId="109857222" sldId="256"/>
        </pc:sldMkLst>
        <pc:spChg chg="del mod">
          <ac:chgData name="layanobeid30@gmail.com" userId="3d5579763a62b87a" providerId="Windows Live" clId="Web-{0C5CDD6F-FFC8-41F6-A3EC-A96A8EB538DA}" dt="2026-05-07T13:17:43.167" v="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layanobeid30@gmail.com" userId="3d5579763a62b87a" providerId="Windows Live" clId="Web-{0C5CDD6F-FFC8-41F6-A3EC-A96A8EB538DA}" dt="2026-05-07T13:40:05.987" v="97" actId="20577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layanobeid30@gmail.com" userId="3d5579763a62b87a" providerId="Windows Live" clId="Web-{0C5CDD6F-FFC8-41F6-A3EC-A96A8EB538DA}" dt="2026-05-07T13:21:55.371" v="77" actId="1076"/>
          <ac:spMkLst>
            <pc:docMk/>
            <pc:sldMk cId="109857222" sldId="256"/>
            <ac:spMk id="5" creationId="{9FA4CF6A-5482-B4EB-0117-E17C0C4C4D34}"/>
          </ac:spMkLst>
        </pc:spChg>
        <pc:spChg chg="add del">
          <ac:chgData name="layanobeid30@gmail.com" userId="3d5579763a62b87a" providerId="Windows Live" clId="Web-{0C5CDD6F-FFC8-41F6-A3EC-A96A8EB538DA}" dt="2026-05-07T13:17:25.745" v="4"/>
          <ac:spMkLst>
            <pc:docMk/>
            <pc:sldMk cId="109857222" sldId="256"/>
            <ac:spMk id="9" creationId="{9089EED9-F54D-4F20-A2C6-949DE4176959}"/>
          </ac:spMkLst>
        </pc:spChg>
        <pc:spChg chg="add del">
          <ac:chgData name="layanobeid30@gmail.com" userId="3d5579763a62b87a" providerId="Windows Live" clId="Web-{0C5CDD6F-FFC8-41F6-A3EC-A96A8EB538DA}" dt="2026-05-07T13:17:25.745" v="4"/>
          <ac:spMkLst>
            <pc:docMk/>
            <pc:sldMk cId="109857222" sldId="256"/>
            <ac:spMk id="11" creationId="{7E46F721-3785-414D-8697-16AF490E6806}"/>
          </ac:spMkLst>
        </pc:spChg>
        <pc:spChg chg="add del">
          <ac:chgData name="layanobeid30@gmail.com" userId="3d5579763a62b87a" providerId="Windows Live" clId="Web-{0C5CDD6F-FFC8-41F6-A3EC-A96A8EB538DA}" dt="2026-05-07T13:19:31.167" v="33"/>
          <ac:spMkLst>
            <pc:docMk/>
            <pc:sldMk cId="109857222" sldId="256"/>
            <ac:spMk id="14" creationId="{EB0222B5-B739-82A9-5CCC-C5585AE12A69}"/>
          </ac:spMkLst>
        </pc:spChg>
        <pc:spChg chg="add del">
          <ac:chgData name="layanobeid30@gmail.com" userId="3d5579763a62b87a" providerId="Windows Live" clId="Web-{0C5CDD6F-FFC8-41F6-A3EC-A96A8EB538DA}" dt="2026-05-07T13:19:31.167" v="33"/>
          <ac:spMkLst>
            <pc:docMk/>
            <pc:sldMk cId="109857222" sldId="256"/>
            <ac:spMk id="15" creationId="{5BE23E75-E7E9-4D9F-6D25-5512363F8621}"/>
          </ac:spMkLst>
        </pc:spChg>
        <pc:spChg chg="add">
          <ac:chgData name="layanobeid30@gmail.com" userId="3d5579763a62b87a" providerId="Windows Live" clId="Web-{0C5CDD6F-FFC8-41F6-A3EC-A96A8EB538DA}" dt="2026-05-07T13:19:31.167" v="33"/>
          <ac:spMkLst>
            <pc:docMk/>
            <pc:sldMk cId="109857222" sldId="256"/>
            <ac:spMk id="20" creationId="{C1DD1A8A-57D5-4A81-AD04-532B043C5611}"/>
          </ac:spMkLst>
        </pc:spChg>
        <pc:spChg chg="add">
          <ac:chgData name="layanobeid30@gmail.com" userId="3d5579763a62b87a" providerId="Windows Live" clId="Web-{0C5CDD6F-FFC8-41F6-A3EC-A96A8EB538DA}" dt="2026-05-07T13:19:31.167" v="33"/>
          <ac:spMkLst>
            <pc:docMk/>
            <pc:sldMk cId="109857222" sldId="256"/>
            <ac:spMk id="22" creationId="{007891EC-4501-44ED-A8C8-B11B6DB767AB}"/>
          </ac:spMkLst>
        </pc:spChg>
        <pc:picChg chg="add mod ord">
          <ac:chgData name="layanobeid30@gmail.com" userId="3d5579763a62b87a" providerId="Windows Live" clId="Web-{0C5CDD6F-FFC8-41F6-A3EC-A96A8EB538DA}" dt="2026-05-07T13:19:31.167" v="33"/>
          <ac:picMkLst>
            <pc:docMk/>
            <pc:sldMk cId="109857222" sldId="256"/>
            <ac:picMk id="4" creationId="{DBBD8E3F-B13E-D0E7-35C9-863851201F5C}"/>
          </ac:picMkLst>
        </pc:picChg>
        <pc:cxnChg chg="add del">
          <ac:chgData name="layanobeid30@gmail.com" userId="3d5579763a62b87a" providerId="Windows Live" clId="Web-{0C5CDD6F-FFC8-41F6-A3EC-A96A8EB538DA}" dt="2026-05-07T13:19:31.167" v="33"/>
          <ac:cxnSpMkLst>
            <pc:docMk/>
            <pc:sldMk cId="109857222" sldId="256"/>
            <ac:cxnSpMk id="13" creationId="{61B115DB-65EB-3FC3-7284-CFDF4ADC60B6}"/>
          </ac:cxnSpMkLst>
        </pc:cxnChg>
      </pc:sldChg>
      <pc:sldChg chg="addSp delSp modSp addAnim modAnim">
        <pc:chgData name="layanobeid30@gmail.com" userId="3d5579763a62b87a" providerId="Windows Live" clId="Web-{0C5CDD6F-FFC8-41F6-A3EC-A96A8EB538DA}" dt="2026-05-07T13:51:01.820" v="158"/>
        <pc:sldMkLst>
          <pc:docMk/>
          <pc:sldMk cId="3426581758" sldId="257"/>
        </pc:sldMkLst>
        <pc:spChg chg="del">
          <ac:chgData name="layanobeid30@gmail.com" userId="3d5579763a62b87a" providerId="Windows Live" clId="Web-{0C5CDD6F-FFC8-41F6-A3EC-A96A8EB538DA}" dt="2026-05-07T13:40:17.331" v="99"/>
          <ac:spMkLst>
            <pc:docMk/>
            <pc:sldMk cId="3426581758" sldId="257"/>
            <ac:spMk id="2" creationId="{C4112CF4-0E11-94BA-7382-292B96DEC158}"/>
          </ac:spMkLst>
        </pc:spChg>
        <pc:spChg chg="del">
          <ac:chgData name="layanobeid30@gmail.com" userId="3d5579763a62b87a" providerId="Windows Live" clId="Web-{0C5CDD6F-FFC8-41F6-A3EC-A96A8EB538DA}" dt="2026-05-07T13:40:24.893" v="103"/>
          <ac:spMkLst>
            <pc:docMk/>
            <pc:sldMk cId="3426581758" sldId="257"/>
            <ac:spMk id="3" creationId="{10032E24-CA3C-7B7E-09FB-66A457CE2D99}"/>
          </ac:spMkLst>
        </pc:spChg>
        <pc:spChg chg="add del mod">
          <ac:chgData name="layanobeid30@gmail.com" userId="3d5579763a62b87a" providerId="Windows Live" clId="Web-{0C5CDD6F-FFC8-41F6-A3EC-A96A8EB538DA}" dt="2026-05-07T13:43:22.349" v="104"/>
          <ac:spMkLst>
            <pc:docMk/>
            <pc:sldMk cId="3426581758" sldId="257"/>
            <ac:spMk id="5" creationId="{B7DAC8AF-C42B-9785-A744-D69924E1C7CE}"/>
          </ac:spMkLst>
        </pc:spChg>
        <pc:spChg chg="add mod">
          <ac:chgData name="layanobeid30@gmail.com" userId="3d5579763a62b87a" providerId="Windows Live" clId="Web-{0C5CDD6F-FFC8-41F6-A3EC-A96A8EB538DA}" dt="2026-05-07T13:48:48.101" v="141"/>
          <ac:spMkLst>
            <pc:docMk/>
            <pc:sldMk cId="3426581758" sldId="257"/>
            <ac:spMk id="7" creationId="{9E4390A2-5E0D-30B6-FE67-DC6B4673605E}"/>
          </ac:spMkLst>
        </pc:spChg>
        <pc:spChg chg="del">
          <ac:chgData name="layanobeid30@gmail.com" userId="3d5579763a62b87a" providerId="Windows Live" clId="Web-{0C5CDD6F-FFC8-41F6-A3EC-A96A8EB538DA}" dt="2026-05-07T13:40:22.675" v="102"/>
          <ac:spMkLst>
            <pc:docMk/>
            <pc:sldMk cId="3426581758" sldId="257"/>
            <ac:spMk id="8" creationId="{5C8908E2-EE49-44D2-9428-A28D2312A8D5}"/>
          </ac:spMkLst>
        </pc:spChg>
        <pc:spChg chg="add del">
          <ac:chgData name="layanobeid30@gmail.com" userId="3d5579763a62b87a" providerId="Windows Live" clId="Web-{0C5CDD6F-FFC8-41F6-A3EC-A96A8EB538DA}" dt="2026-05-07T13:43:43.380" v="108"/>
          <ac:spMkLst>
            <pc:docMk/>
            <pc:sldMk cId="3426581758" sldId="257"/>
            <ac:spMk id="9" creationId="{8F31CDAF-0572-16CF-FFE5-92305E3C3F21}"/>
          </ac:spMkLst>
        </pc:spChg>
        <pc:spChg chg="add del">
          <ac:chgData name="layanobeid30@gmail.com" userId="3d5579763a62b87a" providerId="Windows Live" clId="Web-{0C5CDD6F-FFC8-41F6-A3EC-A96A8EB538DA}" dt="2026-05-07T13:43:43.380" v="108"/>
          <ac:spMkLst>
            <pc:docMk/>
            <pc:sldMk cId="3426581758" sldId="257"/>
            <ac:spMk id="13" creationId="{8108D317-7CBD-4897-BD1F-959436D2A3BE}"/>
          </ac:spMkLst>
        </pc:spChg>
        <pc:spChg chg="del">
          <ac:chgData name="layanobeid30@gmail.com" userId="3d5579763a62b87a" providerId="Windows Live" clId="Web-{0C5CDD6F-FFC8-41F6-A3EC-A96A8EB538DA}" dt="2026-05-07T13:40:22.675" v="101"/>
          <ac:spMkLst>
            <pc:docMk/>
            <pc:sldMk cId="3426581758" sldId="257"/>
            <ac:spMk id="14" creationId="{BD92035A-AA2F-4CD8-A556-1CE8BDEC75BD}"/>
          </ac:spMkLst>
        </pc:spChg>
        <pc:spChg chg="add del">
          <ac:chgData name="layanobeid30@gmail.com" userId="3d5579763a62b87a" providerId="Windows Live" clId="Web-{0C5CDD6F-FFC8-41F6-A3EC-A96A8EB538DA}" dt="2026-05-07T13:43:43.380" v="108"/>
          <ac:spMkLst>
            <pc:docMk/>
            <pc:sldMk cId="3426581758" sldId="257"/>
            <ac:spMk id="15" creationId="{D6297641-8B9F-4767-9606-8A11313227BF}"/>
          </ac:spMkLst>
        </pc:spChg>
        <pc:spChg chg="del">
          <ac:chgData name="layanobeid30@gmail.com" userId="3d5579763a62b87a" providerId="Windows Live" clId="Web-{0C5CDD6F-FFC8-41F6-A3EC-A96A8EB538DA}" dt="2026-05-07T13:40:22.675" v="100"/>
          <ac:spMkLst>
            <pc:docMk/>
            <pc:sldMk cId="3426581758" sldId="257"/>
            <ac:spMk id="16" creationId="{ED888B23-07FA-482A-96DF-47E31AF1A603}"/>
          </ac:spMkLst>
        </pc:spChg>
        <pc:spChg chg="add del">
          <ac:chgData name="layanobeid30@gmail.com" userId="3d5579763a62b87a" providerId="Windows Live" clId="Web-{0C5CDD6F-FFC8-41F6-A3EC-A96A8EB538DA}" dt="2026-05-07T13:43:43.380" v="108"/>
          <ac:spMkLst>
            <pc:docMk/>
            <pc:sldMk cId="3426581758" sldId="257"/>
            <ac:spMk id="17" creationId="{D8F3CA65-EA00-46B4-9616-39E6853F7BED}"/>
          </ac:spMkLst>
        </pc:spChg>
        <pc:spChg chg="add del">
          <ac:chgData name="layanobeid30@gmail.com" userId="3d5579763a62b87a" providerId="Windows Live" clId="Web-{0C5CDD6F-FFC8-41F6-A3EC-A96A8EB538DA}" dt="2026-05-07T13:43:50.162" v="110"/>
          <ac:spMkLst>
            <pc:docMk/>
            <pc:sldMk cId="3426581758" sldId="257"/>
            <ac:spMk id="19" creationId="{F94AA2BD-2E3F-4B1D-8127-5744B8115311}"/>
          </ac:spMkLst>
        </pc:spChg>
        <pc:spChg chg="add del">
          <ac:chgData name="layanobeid30@gmail.com" userId="3d5579763a62b87a" providerId="Windows Live" clId="Web-{0C5CDD6F-FFC8-41F6-A3EC-A96A8EB538DA}" dt="2026-05-07T13:43:50.162" v="110"/>
          <ac:spMkLst>
            <pc:docMk/>
            <pc:sldMk cId="3426581758" sldId="257"/>
            <ac:spMk id="20" creationId="{4BD02261-2DC8-4AA8-9E16-7751AE892445}"/>
          </ac:spMkLst>
        </pc:spChg>
        <pc:spChg chg="add del">
          <ac:chgData name="layanobeid30@gmail.com" userId="3d5579763a62b87a" providerId="Windows Live" clId="Web-{0C5CDD6F-FFC8-41F6-A3EC-A96A8EB538DA}" dt="2026-05-07T13:43:50.162" v="110"/>
          <ac:spMkLst>
            <pc:docMk/>
            <pc:sldMk cId="3426581758" sldId="257"/>
            <ac:spMk id="21" creationId="{3D752CF2-2291-40B5-B462-C17B174C10BC}"/>
          </ac:spMkLst>
        </pc:spChg>
        <pc:spChg chg="add del">
          <ac:chgData name="layanobeid30@gmail.com" userId="3d5579763a62b87a" providerId="Windows Live" clId="Web-{0C5CDD6F-FFC8-41F6-A3EC-A96A8EB538DA}" dt="2026-05-07T13:43:50.162" v="110"/>
          <ac:spMkLst>
            <pc:docMk/>
            <pc:sldMk cId="3426581758" sldId="257"/>
            <ac:spMk id="22" creationId="{9D3F46B7-13CA-713E-DD0B-723C13C8F204}"/>
          </ac:spMkLst>
        </pc:spChg>
        <pc:spChg chg="add">
          <ac:chgData name="layanobeid30@gmail.com" userId="3d5579763a62b87a" providerId="Windows Live" clId="Web-{0C5CDD6F-FFC8-41F6-A3EC-A96A8EB538DA}" dt="2026-05-07T13:43:50.162" v="111"/>
          <ac:spMkLst>
            <pc:docMk/>
            <pc:sldMk cId="3426581758" sldId="257"/>
            <ac:spMk id="24" creationId="{23E547B5-89CF-4EC0-96DE-25771AED0799}"/>
          </ac:spMkLst>
        </pc:spChg>
        <pc:spChg chg="add">
          <ac:chgData name="layanobeid30@gmail.com" userId="3d5579763a62b87a" providerId="Windows Live" clId="Web-{0C5CDD6F-FFC8-41F6-A3EC-A96A8EB538DA}" dt="2026-05-07T13:43:50.162" v="111"/>
          <ac:spMkLst>
            <pc:docMk/>
            <pc:sldMk cId="3426581758" sldId="257"/>
            <ac:spMk id="25" creationId="{3F0B8CEB-8279-4E5E-A0CE-1FC9F71736F2}"/>
          </ac:spMkLst>
        </pc:spChg>
        <pc:spChg chg="add mod">
          <ac:chgData name="layanobeid30@gmail.com" userId="3d5579763a62b87a" providerId="Windows Live" clId="Web-{0C5CDD6F-FFC8-41F6-A3EC-A96A8EB538DA}" dt="2026-05-07T13:49:26.914" v="148" actId="20577"/>
          <ac:spMkLst>
            <pc:docMk/>
            <pc:sldMk cId="3426581758" sldId="257"/>
            <ac:spMk id="26" creationId="{2F1B8E35-F916-5A5E-5F40-4A7EFE590841}"/>
          </ac:spMkLst>
        </pc:spChg>
        <pc:grpChg chg="del">
          <ac:chgData name="layanobeid30@gmail.com" userId="3d5579763a62b87a" providerId="Windows Live" clId="Web-{0C5CDD6F-FFC8-41F6-A3EC-A96A8EB538DA}" dt="2026-05-07T13:40:11.815" v="98"/>
          <ac:grpSpMkLst>
            <pc:docMk/>
            <pc:sldMk cId="3426581758" sldId="257"/>
            <ac:grpSpMk id="10" creationId="{5D1A9D8B-3117-4D9D-BDA4-DD81895098B0}"/>
          </ac:grpSpMkLst>
        </pc:grpChg>
        <pc:picChg chg="add mod ord">
          <ac:chgData name="layanobeid30@gmail.com" userId="3d5579763a62b87a" providerId="Windows Live" clId="Web-{0C5CDD6F-FFC8-41F6-A3EC-A96A8EB538DA}" dt="2026-05-07T13:43:50.162" v="111"/>
          <ac:picMkLst>
            <pc:docMk/>
            <pc:sldMk cId="3426581758" sldId="257"/>
            <ac:picMk id="6" creationId="{C8AF9D3C-46BF-3284-0C8B-E6B9D6391289}"/>
          </ac:picMkLst>
        </pc:picChg>
      </pc:sldChg>
      <pc:sldChg chg="addSp delSp modSp new mod modTransition setBg addAnim">
        <pc:chgData name="layanobeid30@gmail.com" userId="3d5579763a62b87a" providerId="Windows Live" clId="Web-{0C5CDD6F-FFC8-41F6-A3EC-A96A8EB538DA}" dt="2026-05-07T16:30:44.037" v="187"/>
        <pc:sldMkLst>
          <pc:docMk/>
          <pc:sldMk cId="4074658278" sldId="258"/>
        </pc:sldMkLst>
        <pc:spChg chg="del">
          <ac:chgData name="layanobeid30@gmail.com" userId="3d5579763a62b87a" providerId="Windows Live" clId="Web-{0C5CDD6F-FFC8-41F6-A3EC-A96A8EB538DA}" dt="2026-05-07T13:54:41.086" v="159"/>
          <ac:spMkLst>
            <pc:docMk/>
            <pc:sldMk cId="4074658278" sldId="258"/>
            <ac:spMk id="2" creationId="{3F537725-E299-6B31-CBD1-9A50899C3F03}"/>
          </ac:spMkLst>
        </pc:spChg>
        <pc:spChg chg="add mod">
          <ac:chgData name="layanobeid30@gmail.com" userId="3d5579763a62b87a" providerId="Windows Live" clId="Web-{0C5CDD6F-FFC8-41F6-A3EC-A96A8EB538DA}" dt="2026-05-07T16:29:52.427" v="176" actId="1076"/>
          <ac:spMkLst>
            <pc:docMk/>
            <pc:sldMk cId="4074658278" sldId="258"/>
            <ac:spMk id="2" creationId="{B2D45D89-715F-04AE-8DAD-F9EAFBD2ACE0}"/>
          </ac:spMkLst>
        </pc:spChg>
        <pc:spChg chg="del mod">
          <ac:chgData name="layanobeid30@gmail.com" userId="3d5579763a62b87a" providerId="Windows Live" clId="Web-{0C5CDD6F-FFC8-41F6-A3EC-A96A8EB538DA}" dt="2026-05-07T13:54:46.258" v="161"/>
          <ac:spMkLst>
            <pc:docMk/>
            <pc:sldMk cId="4074658278" sldId="258"/>
            <ac:spMk id="3" creationId="{8AD1A404-3D73-BDF2-2209-6C2330BE0E95}"/>
          </ac:spMkLst>
        </pc:spChg>
        <pc:spChg chg="add del">
          <ac:chgData name="layanobeid30@gmail.com" userId="3d5579763a62b87a" providerId="Windows Live" clId="Web-{0C5CDD6F-FFC8-41F6-A3EC-A96A8EB538DA}" dt="2026-05-07T13:55:00.743" v="164"/>
          <ac:spMkLst>
            <pc:docMk/>
            <pc:sldMk cId="4074658278" sldId="258"/>
            <ac:spMk id="8" creationId="{767511E3-E95D-838E-DB88-5217FF80667F}"/>
          </ac:spMkLst>
        </pc:spChg>
        <pc:spChg chg="add del">
          <ac:chgData name="layanobeid30@gmail.com" userId="3d5579763a62b87a" providerId="Windows Live" clId="Web-{0C5CDD6F-FFC8-41F6-A3EC-A96A8EB538DA}" dt="2026-05-07T13:55:00.743" v="164"/>
          <ac:spMkLst>
            <pc:docMk/>
            <pc:sldMk cId="4074658278" sldId="258"/>
            <ac:spMk id="11" creationId="{9F79630B-0F0B-446E-A637-38FA8F61D10E}"/>
          </ac:spMkLst>
        </pc:spChg>
        <pc:spChg chg="add del">
          <ac:chgData name="layanobeid30@gmail.com" userId="3d5579763a62b87a" providerId="Windows Live" clId="Web-{0C5CDD6F-FFC8-41F6-A3EC-A96A8EB538DA}" dt="2026-05-07T13:55:00.743" v="164"/>
          <ac:spMkLst>
            <pc:docMk/>
            <pc:sldMk cId="4074658278" sldId="258"/>
            <ac:spMk id="13" creationId="{B3437C99-FC8E-4311-B48A-F0C4C329B154}"/>
          </ac:spMkLst>
        </pc:spChg>
        <pc:spChg chg="add">
          <ac:chgData name="layanobeid30@gmail.com" userId="3d5579763a62b87a" providerId="Windows Live" clId="Web-{0C5CDD6F-FFC8-41F6-A3EC-A96A8EB538DA}" dt="2026-05-07T13:55:00.743" v="165"/>
          <ac:spMkLst>
            <pc:docMk/>
            <pc:sldMk cId="4074658278" sldId="258"/>
            <ac:spMk id="15" creationId="{04812C46-200A-4DEB-A05E-3ED6C68C2387}"/>
          </ac:spMkLst>
        </pc:spChg>
        <pc:spChg chg="add">
          <ac:chgData name="layanobeid30@gmail.com" userId="3d5579763a62b87a" providerId="Windows Live" clId="Web-{0C5CDD6F-FFC8-41F6-A3EC-A96A8EB538DA}" dt="2026-05-07T13:55:00.743" v="165"/>
          <ac:spMkLst>
            <pc:docMk/>
            <pc:sldMk cId="4074658278" sldId="258"/>
            <ac:spMk id="16" creationId="{D1EA859B-E555-4109-94F3-6700E046E008}"/>
          </ac:spMkLst>
        </pc:spChg>
        <pc:spChg chg="add mod">
          <ac:chgData name="layanobeid30@gmail.com" userId="3d5579763a62b87a" providerId="Windows Live" clId="Web-{0C5CDD6F-FFC8-41F6-A3EC-A96A8EB538DA}" dt="2026-05-07T16:30:14.427" v="184" actId="1076"/>
          <ac:spMkLst>
            <pc:docMk/>
            <pc:sldMk cId="4074658278" sldId="258"/>
            <ac:spMk id="17" creationId="{3B1F268D-A608-D2D8-CF28-E1B2DC2C4C51}"/>
          </ac:spMkLst>
        </pc:spChg>
        <pc:picChg chg="add mod ord">
          <ac:chgData name="layanobeid30@gmail.com" userId="3d5579763a62b87a" providerId="Windows Live" clId="Web-{0C5CDD6F-FFC8-41F6-A3EC-A96A8EB538DA}" dt="2026-05-07T13:55:00.743" v="165"/>
          <ac:picMkLst>
            <pc:docMk/>
            <pc:sldMk cId="4074658278" sldId="258"/>
            <ac:picMk id="4" creationId="{ED2A8544-697F-B5C6-961C-65B7BAC07990}"/>
          </ac:picMkLst>
        </pc:picChg>
      </pc:sldChg>
      <pc:sldChg chg="addSp delSp modSp new mod modTransition setBg">
        <pc:chgData name="layanobeid30@gmail.com" userId="3d5579763a62b87a" providerId="Windows Live" clId="Web-{0C5CDD6F-FFC8-41F6-A3EC-A96A8EB538DA}" dt="2026-05-07T16:33:41.177" v="211"/>
        <pc:sldMkLst>
          <pc:docMk/>
          <pc:sldMk cId="1666372490" sldId="259"/>
        </pc:sldMkLst>
        <pc:spChg chg="del">
          <ac:chgData name="layanobeid30@gmail.com" userId="3d5579763a62b87a" providerId="Windows Live" clId="Web-{0C5CDD6F-FFC8-41F6-A3EC-A96A8EB538DA}" dt="2026-05-07T16:31:47.521" v="192"/>
          <ac:spMkLst>
            <pc:docMk/>
            <pc:sldMk cId="1666372490" sldId="259"/>
            <ac:spMk id="2" creationId="{1D7C9D2D-A230-971D-E031-60CDC35820A4}"/>
          </ac:spMkLst>
        </pc:spChg>
        <pc:spChg chg="del">
          <ac:chgData name="layanobeid30@gmail.com" userId="3d5579763a62b87a" providerId="Windows Live" clId="Web-{0C5CDD6F-FFC8-41F6-A3EC-A96A8EB538DA}" dt="2026-05-07T16:31:21.458" v="189"/>
          <ac:spMkLst>
            <pc:docMk/>
            <pc:sldMk cId="1666372490" sldId="259"/>
            <ac:spMk id="3" creationId="{883D6E2E-8965-2873-6478-4308EB698093}"/>
          </ac:spMkLst>
        </pc:spChg>
        <pc:spChg chg="add del mod">
          <ac:chgData name="layanobeid30@gmail.com" userId="3d5579763a62b87a" providerId="Windows Live" clId="Web-{0C5CDD6F-FFC8-41F6-A3EC-A96A8EB538DA}" dt="2026-05-07T16:31:41.333" v="191"/>
          <ac:spMkLst>
            <pc:docMk/>
            <pc:sldMk cId="1666372490" sldId="259"/>
            <ac:spMk id="6" creationId="{30C8C74C-12AE-E21E-DEAC-56574AD3733F}"/>
          </ac:spMkLst>
        </pc:spChg>
        <pc:spChg chg="add del mod">
          <ac:chgData name="layanobeid30@gmail.com" userId="3d5579763a62b87a" providerId="Windows Live" clId="Web-{0C5CDD6F-FFC8-41F6-A3EC-A96A8EB538DA}" dt="2026-05-07T16:33:34.973" v="210"/>
          <ac:spMkLst>
            <pc:docMk/>
            <pc:sldMk cId="1666372490" sldId="259"/>
            <ac:spMk id="10" creationId="{B68BF112-66A2-C6D8-04C8-7EF8CAECCF9A}"/>
          </ac:spMkLst>
        </pc:spChg>
        <pc:spChg chg="add del">
          <ac:chgData name="layanobeid30@gmail.com" userId="3d5579763a62b87a" providerId="Windows Live" clId="Web-{0C5CDD6F-FFC8-41F6-A3EC-A96A8EB538DA}" dt="2026-05-07T16:32:15.052" v="197"/>
          <ac:spMkLst>
            <pc:docMk/>
            <pc:sldMk cId="1666372490" sldId="259"/>
            <ac:spMk id="12" creationId="{AB8C311F-7253-4AED-9701-7FC0708C41C7}"/>
          </ac:spMkLst>
        </pc:spChg>
        <pc:spChg chg="add del">
          <ac:chgData name="layanobeid30@gmail.com" userId="3d5579763a62b87a" providerId="Windows Live" clId="Web-{0C5CDD6F-FFC8-41F6-A3EC-A96A8EB538DA}" dt="2026-05-07T16:32:15.052" v="197"/>
          <ac:spMkLst>
            <pc:docMk/>
            <pc:sldMk cId="1666372490" sldId="259"/>
            <ac:spMk id="14" creationId="{E2384209-CB15-4CDF-9D31-C44FD9A3F20D}"/>
          </ac:spMkLst>
        </pc:spChg>
        <pc:spChg chg="add del">
          <ac:chgData name="layanobeid30@gmail.com" userId="3d5579763a62b87a" providerId="Windows Live" clId="Web-{0C5CDD6F-FFC8-41F6-A3EC-A96A8EB538DA}" dt="2026-05-07T16:32:15.052" v="197"/>
          <ac:spMkLst>
            <pc:docMk/>
            <pc:sldMk cId="1666372490" sldId="259"/>
            <ac:spMk id="16" creationId="{2633B3B5-CC90-43F0-8714-D31D1F3F0209}"/>
          </ac:spMkLst>
        </pc:spChg>
        <pc:spChg chg="add del">
          <ac:chgData name="layanobeid30@gmail.com" userId="3d5579763a62b87a" providerId="Windows Live" clId="Web-{0C5CDD6F-FFC8-41F6-A3EC-A96A8EB538DA}" dt="2026-05-07T16:32:15.052" v="197"/>
          <ac:spMkLst>
            <pc:docMk/>
            <pc:sldMk cId="1666372490" sldId="259"/>
            <ac:spMk id="18" creationId="{A8D57A06-A426-446D-B02C-A2DC6B62E45E}"/>
          </ac:spMkLst>
        </pc:spChg>
        <pc:spChg chg="add del">
          <ac:chgData name="layanobeid30@gmail.com" userId="3d5579763a62b87a" providerId="Windows Live" clId="Web-{0C5CDD6F-FFC8-41F6-A3EC-A96A8EB538DA}" dt="2026-05-07T16:32:26.692" v="199"/>
          <ac:spMkLst>
            <pc:docMk/>
            <pc:sldMk cId="1666372490" sldId="259"/>
            <ac:spMk id="20" creationId="{32BC26D8-82FB-445E-AA49-62A77D7C1EE0}"/>
          </ac:spMkLst>
        </pc:spChg>
        <pc:spChg chg="add del">
          <ac:chgData name="layanobeid30@gmail.com" userId="3d5579763a62b87a" providerId="Windows Live" clId="Web-{0C5CDD6F-FFC8-41F6-A3EC-A96A8EB538DA}" dt="2026-05-07T16:32:26.692" v="199"/>
          <ac:spMkLst>
            <pc:docMk/>
            <pc:sldMk cId="1666372490" sldId="259"/>
            <ac:spMk id="21" creationId="{CB44330D-EA18-4254-AA95-EB49948539B8}"/>
          </ac:spMkLst>
        </pc:spChg>
        <pc:spChg chg="add del">
          <ac:chgData name="layanobeid30@gmail.com" userId="3d5579763a62b87a" providerId="Windows Live" clId="Web-{0C5CDD6F-FFC8-41F6-A3EC-A96A8EB538DA}" dt="2026-05-07T16:32:33.270" v="201"/>
          <ac:spMkLst>
            <pc:docMk/>
            <pc:sldMk cId="1666372490" sldId="259"/>
            <ac:spMk id="23" creationId="{11B2B030-4738-4359-9E46-144B7C8BFF8B}"/>
          </ac:spMkLst>
        </pc:spChg>
        <pc:spChg chg="add del">
          <ac:chgData name="layanobeid30@gmail.com" userId="3d5579763a62b87a" providerId="Windows Live" clId="Web-{0C5CDD6F-FFC8-41F6-A3EC-A96A8EB538DA}" dt="2026-05-07T16:32:33.270" v="201"/>
          <ac:spMkLst>
            <pc:docMk/>
            <pc:sldMk cId="1666372490" sldId="259"/>
            <ac:spMk id="24" creationId="{E722B2DD-E14D-4972-9D98-5D6E61B1B2D2}"/>
          </ac:spMkLst>
        </pc:spChg>
        <pc:spChg chg="add">
          <ac:chgData name="layanobeid30@gmail.com" userId="3d5579763a62b87a" providerId="Windows Live" clId="Web-{0C5CDD6F-FFC8-41F6-A3EC-A96A8EB538DA}" dt="2026-05-07T16:32:33.270" v="202"/>
          <ac:spMkLst>
            <pc:docMk/>
            <pc:sldMk cId="1666372490" sldId="259"/>
            <ac:spMk id="26" creationId="{E2BA2BD9-7B54-4190-8F06-3EF3658A0020}"/>
          </ac:spMkLst>
        </pc:spChg>
        <pc:picChg chg="add del mod ord">
          <ac:chgData name="layanobeid30@gmail.com" userId="3d5579763a62b87a" providerId="Windows Live" clId="Web-{0C5CDD6F-FFC8-41F6-A3EC-A96A8EB538DA}" dt="2026-05-07T16:31:24.240" v="190"/>
          <ac:picMkLst>
            <pc:docMk/>
            <pc:sldMk cId="1666372490" sldId="259"/>
            <ac:picMk id="4" creationId="{DE1BC791-3FD4-7BF6-24DD-1B25240B6FE1}"/>
          </ac:picMkLst>
        </pc:picChg>
        <pc:picChg chg="add del mod ord">
          <ac:chgData name="layanobeid30@gmail.com" userId="3d5579763a62b87a" providerId="Windows Live" clId="Web-{0C5CDD6F-FFC8-41F6-A3EC-A96A8EB538DA}" dt="2026-05-07T16:33:07.974" v="205"/>
          <ac:picMkLst>
            <pc:docMk/>
            <pc:sldMk cId="1666372490" sldId="259"/>
            <ac:picMk id="7" creationId="{AAF87756-522F-30F3-15E0-605DB0392201}"/>
          </ac:picMkLst>
        </pc:picChg>
        <pc:picChg chg="add mod">
          <ac:chgData name="layanobeid30@gmail.com" userId="3d5579763a62b87a" providerId="Windows Live" clId="Web-{0C5CDD6F-FFC8-41F6-A3EC-A96A8EB538DA}" dt="2026-05-07T16:33:14.348" v="207" actId="14100"/>
          <ac:picMkLst>
            <pc:docMk/>
            <pc:sldMk cId="1666372490" sldId="259"/>
            <ac:picMk id="8" creationId="{119C5F9B-E0AD-69BD-CEF4-ECF5DFD8C2DB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8T04:24:15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12629 3175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55C00-2B8E-4EA0-B4EC-2D31D4C4153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2F139-C06C-4CBC-9C6A-CEC4C43C2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2F139-C06C-4CBC-9C6A-CEC4C43C23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18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../../../../Documents/NetBeansProjects/JavaApplication9/src/javaapplication9/Game.java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video game screen with text and characters&#10;&#10;AI-generated content may be incorrect.">
            <a:extLst>
              <a:ext uri="{FF2B5EF4-FFF2-40B4-BE49-F238E27FC236}">
                <a16:creationId xmlns:a16="http://schemas.microsoft.com/office/drawing/2014/main" id="{DBBD8E3F-B13E-D0E7-35C9-863851201F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1699" y="-5130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solidFill>
                  <a:srgbClr val="FFFFFF"/>
                </a:solidFill>
                <a:latin typeface="Franklin Gothic"/>
              </a:rPr>
              <a:t>Presented BY Layane Obeid(31105)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4CF6A-5482-B4EB-0117-E17C0C4C4D34}"/>
              </a:ext>
            </a:extLst>
          </p:cNvPr>
          <p:cNvSpPr txBox="1"/>
          <p:nvPr/>
        </p:nvSpPr>
        <p:spPr>
          <a:xfrm>
            <a:off x="3326760" y="6332053"/>
            <a:ext cx="506847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rgbClr val="FFFFFF"/>
                </a:solidFill>
                <a:latin typeface="Comic Sans MS"/>
              </a:rPr>
              <a:t>Encadrant:dr</a:t>
            </a:r>
            <a:r>
              <a:rPr lang="en-US" sz="2800">
                <a:solidFill>
                  <a:srgbClr val="FFFFFF"/>
                </a:solidFill>
                <a:latin typeface="Comic Sans MS"/>
              </a:rPr>
              <a:t> Dalia </a:t>
            </a:r>
            <a:r>
              <a:rPr lang="en-US" sz="2800" err="1">
                <a:solidFill>
                  <a:srgbClr val="FFFFFF"/>
                </a:solidFill>
                <a:latin typeface="Comic Sans MS"/>
              </a:rPr>
              <a:t>Battikh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390A2-5E0D-30B6-FE67-DC6B4673605E}"/>
              </a:ext>
            </a:extLst>
          </p:cNvPr>
          <p:cNvSpPr txBox="1"/>
          <p:nvPr/>
        </p:nvSpPr>
        <p:spPr>
          <a:xfrm>
            <a:off x="7006955" y="365125"/>
            <a:ext cx="4346844" cy="151266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atin typeface="Nyala"/>
                <a:ea typeface="+mj-ea"/>
                <a:cs typeface="+mj-cs"/>
              </a:rPr>
              <a:t>Introduction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>
              <a:latin typeface="Nyala"/>
              <a:ea typeface="+mj-ea"/>
              <a:cs typeface="+mj-cs"/>
            </a:endParaRPr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2F1B8E35-F916-5A5E-5F40-4A7EFE590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0069" y="1347414"/>
            <a:ext cx="6120680" cy="474210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err="1">
                <a:latin typeface="Nyala"/>
              </a:rPr>
              <a:t>L’objectif</a:t>
            </a:r>
            <a:r>
              <a:rPr lang="en-US">
                <a:latin typeface="Nyala"/>
              </a:rPr>
              <a:t> principal du jeu est de </a:t>
            </a:r>
            <a:r>
              <a:rPr lang="en-US" err="1">
                <a:latin typeface="Nyala"/>
              </a:rPr>
              <a:t>survivre</a:t>
            </a:r>
            <a:r>
              <a:rPr lang="en-US">
                <a:latin typeface="Nyala"/>
              </a:rPr>
              <a:t> le plus </a:t>
            </a:r>
            <a:r>
              <a:rPr lang="en-US" err="1">
                <a:latin typeface="Nyala"/>
              </a:rPr>
              <a:t>longtemps</a:t>
            </a:r>
            <a:r>
              <a:rPr lang="en-US">
                <a:latin typeface="Nyala"/>
              </a:rPr>
              <a:t> possible tout </a:t>
            </a:r>
            <a:r>
              <a:rPr lang="en-US" err="1">
                <a:latin typeface="Nyala"/>
              </a:rPr>
              <a:t>en</a:t>
            </a:r>
            <a:r>
              <a:rPr lang="en-US">
                <a:latin typeface="Nyala"/>
              </a:rPr>
              <a:t> </a:t>
            </a:r>
            <a:r>
              <a:rPr lang="en-US" err="1">
                <a:latin typeface="Nyala"/>
              </a:rPr>
              <a:t>obtenant</a:t>
            </a:r>
            <a:r>
              <a:rPr lang="en-US">
                <a:latin typeface="Nyala"/>
              </a:rPr>
              <a:t> le </a:t>
            </a:r>
            <a:r>
              <a:rPr lang="en-US" err="1">
                <a:latin typeface="Nyala"/>
              </a:rPr>
              <a:t>meilleur</a:t>
            </a:r>
            <a:r>
              <a:rPr lang="en-US">
                <a:latin typeface="Nyala"/>
              </a:rPr>
              <a:t> score.</a:t>
            </a:r>
          </a:p>
          <a:p>
            <a:r>
              <a:rPr lang="en-US">
                <a:latin typeface="Nyala"/>
              </a:rPr>
              <a:t>Le </a:t>
            </a:r>
            <a:r>
              <a:rPr lang="en-US" err="1">
                <a:latin typeface="Nyala"/>
              </a:rPr>
              <a:t>joueur</a:t>
            </a:r>
            <a:r>
              <a:rPr lang="en-US">
                <a:latin typeface="Nyala"/>
              </a:rPr>
              <a:t> </a:t>
            </a:r>
            <a:r>
              <a:rPr lang="en-US" err="1">
                <a:latin typeface="Nyala"/>
              </a:rPr>
              <a:t>avance</a:t>
            </a:r>
            <a:r>
              <a:rPr lang="en-US">
                <a:latin typeface="Nyala"/>
              </a:rPr>
              <a:t> </a:t>
            </a:r>
            <a:r>
              <a:rPr lang="en-US" err="1">
                <a:latin typeface="Nyala"/>
              </a:rPr>
              <a:t>automatiquement</a:t>
            </a:r>
            <a:r>
              <a:rPr lang="en-US">
                <a:latin typeface="Nyala"/>
              </a:rPr>
              <a:t>, </a:t>
            </a:r>
            <a:r>
              <a:rPr lang="en-US" err="1">
                <a:latin typeface="Nyala"/>
              </a:rPr>
              <a:t>tandis</a:t>
            </a:r>
            <a:r>
              <a:rPr lang="en-US">
                <a:latin typeface="Nyala"/>
              </a:rPr>
              <a:t> </a:t>
            </a:r>
            <a:r>
              <a:rPr lang="en-US" err="1">
                <a:latin typeface="Nyala"/>
              </a:rPr>
              <a:t>que</a:t>
            </a:r>
            <a:r>
              <a:rPr lang="en-US">
                <a:latin typeface="Nyala"/>
              </a:rPr>
              <a:t> des </a:t>
            </a:r>
            <a:r>
              <a:rPr lang="en-US" err="1">
                <a:latin typeface="Nyala"/>
              </a:rPr>
              <a:t>ennemis</a:t>
            </a:r>
            <a:r>
              <a:rPr lang="en-US">
                <a:latin typeface="Nyala"/>
              </a:rPr>
              <a:t>, des obstacles et des </a:t>
            </a:r>
            <a:r>
              <a:rPr lang="en-US" err="1">
                <a:latin typeface="Nyala"/>
              </a:rPr>
              <a:t>objets</a:t>
            </a:r>
            <a:r>
              <a:rPr lang="en-US">
                <a:latin typeface="Nyala"/>
              </a:rPr>
              <a:t> </a:t>
            </a:r>
            <a:r>
              <a:rPr lang="en-US" err="1">
                <a:latin typeface="Nyala"/>
              </a:rPr>
              <a:t>spéciaux</a:t>
            </a:r>
            <a:r>
              <a:rPr lang="en-US">
                <a:latin typeface="Nyala"/>
              </a:rPr>
              <a:t> </a:t>
            </a:r>
            <a:r>
              <a:rPr lang="en-US" err="1">
                <a:latin typeface="Nyala"/>
              </a:rPr>
              <a:t>apparaissent</a:t>
            </a:r>
            <a:r>
              <a:rPr lang="en-US">
                <a:latin typeface="Nyala"/>
              </a:rPr>
              <a:t> </a:t>
            </a:r>
            <a:r>
              <a:rPr lang="en-US" err="1">
                <a:latin typeface="Nyala"/>
              </a:rPr>
              <a:t>progressivement</a:t>
            </a:r>
            <a:r>
              <a:rPr lang="en-US">
                <a:latin typeface="Nyala"/>
              </a:rPr>
              <a:t> à </a:t>
            </a:r>
            <a:r>
              <a:rPr lang="en-US" err="1">
                <a:latin typeface="Nyala"/>
              </a:rPr>
              <a:t>l’écran</a:t>
            </a:r>
            <a:r>
              <a:rPr lang="en-US">
                <a:latin typeface="Nyala"/>
              </a:rPr>
              <a:t>.</a:t>
            </a:r>
          </a:p>
          <a:p>
            <a:r>
              <a:rPr lang="en-US">
                <a:latin typeface="Nyala"/>
              </a:rPr>
              <a:t>Pour </a:t>
            </a:r>
            <a:r>
              <a:rPr lang="en-US" err="1">
                <a:latin typeface="Nyala"/>
              </a:rPr>
              <a:t>survivre</a:t>
            </a:r>
            <a:r>
              <a:rPr lang="en-US">
                <a:latin typeface="Nyala"/>
              </a:rPr>
              <a:t>, le </a:t>
            </a:r>
            <a:r>
              <a:rPr lang="en-US" err="1">
                <a:latin typeface="Nyala"/>
              </a:rPr>
              <a:t>joueur</a:t>
            </a:r>
            <a:r>
              <a:rPr lang="en-US">
                <a:latin typeface="Nyala"/>
              </a:rPr>
              <a:t> </a:t>
            </a:r>
            <a:r>
              <a:rPr lang="en-US" err="1">
                <a:latin typeface="Nyala"/>
              </a:rPr>
              <a:t>peut</a:t>
            </a:r>
            <a:r>
              <a:rPr lang="en-US">
                <a:latin typeface="Nyala"/>
              </a:rPr>
              <a:t> </a:t>
            </a:r>
            <a:r>
              <a:rPr lang="en-US" err="1">
                <a:latin typeface="Nyala"/>
              </a:rPr>
              <a:t>sauter</a:t>
            </a:r>
            <a:r>
              <a:rPr lang="en-US">
                <a:latin typeface="Nyala"/>
              </a:rPr>
              <a:t>, </a:t>
            </a:r>
            <a:r>
              <a:rPr lang="en-US" err="1">
                <a:latin typeface="Nyala"/>
              </a:rPr>
              <a:t>tirer</a:t>
            </a:r>
            <a:r>
              <a:rPr lang="en-US">
                <a:latin typeface="Nyala"/>
              </a:rPr>
              <a:t> avec </a:t>
            </a:r>
            <a:r>
              <a:rPr lang="en-US" err="1">
                <a:latin typeface="Nyala"/>
              </a:rPr>
              <a:t>différentes</a:t>
            </a:r>
            <a:r>
              <a:rPr lang="en-US">
                <a:latin typeface="Nyala"/>
              </a:rPr>
              <a:t> armes, </a:t>
            </a:r>
            <a:r>
              <a:rPr lang="en-US" err="1">
                <a:latin typeface="Nyala"/>
              </a:rPr>
              <a:t>collecter</a:t>
            </a:r>
            <a:r>
              <a:rPr lang="en-US">
                <a:latin typeface="Nyala"/>
              </a:rPr>
              <a:t> des </a:t>
            </a:r>
            <a:r>
              <a:rPr lang="en-US" err="1">
                <a:latin typeface="Nyala"/>
              </a:rPr>
              <a:t>pièces</a:t>
            </a:r>
            <a:r>
              <a:rPr lang="en-US">
                <a:latin typeface="Nyala"/>
              </a:rPr>
              <a:t> et </a:t>
            </a:r>
            <a:r>
              <a:rPr lang="en-US" err="1">
                <a:latin typeface="Nyala"/>
              </a:rPr>
              <a:t>utiliser</a:t>
            </a:r>
            <a:r>
              <a:rPr lang="en-US">
                <a:latin typeface="Nyala"/>
              </a:rPr>
              <a:t> des power-ups pour </a:t>
            </a:r>
            <a:r>
              <a:rPr lang="en-US" err="1">
                <a:latin typeface="Nyala"/>
              </a:rPr>
              <a:t>gagner</a:t>
            </a:r>
            <a:r>
              <a:rPr lang="en-US">
                <a:latin typeface="Nyala"/>
              </a:rPr>
              <a:t> des points </a:t>
            </a:r>
            <a:r>
              <a:rPr lang="en-US" err="1">
                <a:latin typeface="Nyala"/>
              </a:rPr>
              <a:t>ou</a:t>
            </a:r>
            <a:r>
              <a:rPr lang="en-US">
                <a:latin typeface="Nyala"/>
              </a:rPr>
              <a:t> </a:t>
            </a:r>
            <a:r>
              <a:rPr lang="en-US" err="1">
                <a:latin typeface="Nyala"/>
              </a:rPr>
              <a:t>récupérer</a:t>
            </a:r>
            <a:r>
              <a:rPr lang="en-US">
                <a:latin typeface="Nyala"/>
              </a:rPr>
              <a:t> de la vie.</a:t>
            </a:r>
          </a:p>
          <a:p>
            <a:endParaRPr lang="en-US">
              <a:latin typeface="Nyala"/>
            </a:endParaRPr>
          </a:p>
        </p:txBody>
      </p:sp>
      <p:pic>
        <p:nvPicPr>
          <p:cNvPr id="3" name="Picture 2" descr="A person playing a video game&#10;&#10;AI-generated content may be incorrect.">
            <a:extLst>
              <a:ext uri="{FF2B5EF4-FFF2-40B4-BE49-F238E27FC236}">
                <a16:creationId xmlns:a16="http://schemas.microsoft.com/office/drawing/2014/main" id="{E1BFBB62-5FAB-EE3D-2F79-39376D521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" y="0"/>
            <a:ext cx="6094194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26581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computer mouse and keyboard&#10;&#10;AI-generated content may be incorrect.">
            <a:extLst>
              <a:ext uri="{FF2B5EF4-FFF2-40B4-BE49-F238E27FC236}">
                <a16:creationId xmlns:a16="http://schemas.microsoft.com/office/drawing/2014/main" id="{ED2A8544-697F-B5C6-961C-65B7BAC079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55" r="-2" b="33300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3B1F268D-A608-D2D8-CF28-E1B2DC2C4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8894" y="1797305"/>
            <a:ext cx="3492368" cy="16273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5000" b="1">
              <a:solidFill>
                <a:srgbClr val="2C1414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4000" err="1">
                <a:solidFill>
                  <a:srgbClr val="2C1414"/>
                </a:solidFill>
                <a:latin typeface="Fahkwang Light"/>
                <a:cs typeface="Fahkwang Light"/>
              </a:rPr>
              <a:t>Mécaniques</a:t>
            </a:r>
            <a:endParaRPr lang="en-US" sz="2000" err="1"/>
          </a:p>
          <a:p>
            <a:endParaRPr lang="en-US" sz="2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D45D89-715F-04AE-8DAD-F9EAFBD2ACE0}"/>
              </a:ext>
            </a:extLst>
          </p:cNvPr>
          <p:cNvSpPr txBox="1"/>
          <p:nvPr/>
        </p:nvSpPr>
        <p:spPr>
          <a:xfrm>
            <a:off x="7526870" y="1717948"/>
            <a:ext cx="113184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000" b="1">
                <a:solidFill>
                  <a:srgbClr val="2C1414"/>
                </a:solidFill>
                <a:latin typeface="Calibri"/>
                <a:ea typeface="Calibri"/>
                <a:cs typeface="Calibri"/>
              </a:rPr>
              <a:t>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58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119C5F9B-E0AD-69BD-CEF4-ECF5DFD8C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72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BDAC5B6-20CE-447F-8BA1-F2274AC7A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1D22B31-BF8F-446B-9009-8A251FB17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094406 w 12192000"/>
              <a:gd name="connsiteY0" fmla="*/ 283966 h 6858000"/>
              <a:gd name="connsiteX1" fmla="*/ 3038833 w 12192000"/>
              <a:gd name="connsiteY1" fmla="*/ 309661 h 6858000"/>
              <a:gd name="connsiteX2" fmla="*/ 3348384 w 12192000"/>
              <a:gd name="connsiteY2" fmla="*/ 406000 h 6858000"/>
              <a:gd name="connsiteX3" fmla="*/ 2864309 w 12192000"/>
              <a:gd name="connsiteY3" fmla="*/ 355295 h 6858000"/>
              <a:gd name="connsiteX4" fmla="*/ 2856039 w 12192000"/>
              <a:gd name="connsiteY4" fmla="*/ 388058 h 6858000"/>
              <a:gd name="connsiteX5" fmla="*/ 3405794 w 12192000"/>
              <a:gd name="connsiteY5" fmla="*/ 512089 h 6858000"/>
              <a:gd name="connsiteX6" fmla="*/ 3356651 w 12192000"/>
              <a:gd name="connsiteY6" fmla="*/ 531204 h 6858000"/>
              <a:gd name="connsiteX7" fmla="*/ 3064552 w 12192000"/>
              <a:gd name="connsiteY7" fmla="*/ 483228 h 6858000"/>
              <a:gd name="connsiteX8" fmla="*/ 3005765 w 12192000"/>
              <a:gd name="connsiteY8" fmla="*/ 495708 h 6858000"/>
              <a:gd name="connsiteX9" fmla="*/ 3034700 w 12192000"/>
              <a:gd name="connsiteY9" fmla="*/ 553823 h 6858000"/>
              <a:gd name="connsiteX10" fmla="*/ 3161459 w 12192000"/>
              <a:gd name="connsiteY10" fmla="*/ 576445 h 6858000"/>
              <a:gd name="connsiteX11" fmla="*/ 3358949 w 12192000"/>
              <a:gd name="connsiteY11" fmla="*/ 712961 h 6858000"/>
              <a:gd name="connsiteX12" fmla="*/ 3059960 w 12192000"/>
              <a:gd name="connsiteY12" fmla="*/ 696576 h 6858000"/>
              <a:gd name="connsiteX13" fmla="*/ 3007143 w 12192000"/>
              <a:gd name="connsiteY13" fmla="*/ 729732 h 6858000"/>
              <a:gd name="connsiteX14" fmla="*/ 2986935 w 12192000"/>
              <a:gd name="connsiteY14" fmla="*/ 772635 h 6858000"/>
              <a:gd name="connsiteX15" fmla="*/ 2871197 w 12192000"/>
              <a:gd name="connsiteY15" fmla="*/ 808127 h 6858000"/>
              <a:gd name="connsiteX16" fmla="*/ 3053071 w 12192000"/>
              <a:gd name="connsiteY16" fmla="*/ 847913 h 6858000"/>
              <a:gd name="connsiteX17" fmla="*/ 2858796 w 12192000"/>
              <a:gd name="connsiteY17" fmla="*/ 847913 h 6858000"/>
              <a:gd name="connsiteX18" fmla="*/ 2635588 w 12192000"/>
              <a:gd name="connsiteY18" fmla="*/ 820611 h 6858000"/>
              <a:gd name="connsiteX19" fmla="*/ 2397683 w 12192000"/>
              <a:gd name="connsiteY19" fmla="*/ 829190 h 6858000"/>
              <a:gd name="connsiteX20" fmla="*/ 1921874 w 12192000"/>
              <a:gd name="connsiteY20" fmla="*/ 778877 h 6858000"/>
              <a:gd name="connsiteX21" fmla="*/ 1695450 w 12192000"/>
              <a:gd name="connsiteY21" fmla="*/ 782386 h 6858000"/>
              <a:gd name="connsiteX22" fmla="*/ 2954324 w 12192000"/>
              <a:gd name="connsiteY22" fmla="*/ 1120940 h 6858000"/>
              <a:gd name="connsiteX23" fmla="*/ 2890028 w 12192000"/>
              <a:gd name="connsiteY23" fmla="*/ 1195435 h 6858000"/>
              <a:gd name="connsiteX24" fmla="*/ 3153652 w 12192000"/>
              <a:gd name="connsiteY24" fmla="*/ 1276563 h 6858000"/>
              <a:gd name="connsiteX25" fmla="*/ 3218410 w 12192000"/>
              <a:gd name="connsiteY25" fmla="*/ 1356911 h 6858000"/>
              <a:gd name="connsiteX26" fmla="*/ 3137118 w 12192000"/>
              <a:gd name="connsiteY26" fmla="*/ 1349891 h 6858000"/>
              <a:gd name="connsiteX27" fmla="*/ 3067309 w 12192000"/>
              <a:gd name="connsiteY27" fmla="*/ 1365102 h 6858000"/>
              <a:gd name="connsiteX28" fmla="*/ 3096243 w 12192000"/>
              <a:gd name="connsiteY28" fmla="*/ 1467292 h 6858000"/>
              <a:gd name="connsiteX29" fmla="*/ 3468716 w 12192000"/>
              <a:gd name="connsiteY29" fmla="*/ 1599125 h 6858000"/>
              <a:gd name="connsiteX30" fmla="*/ 3502241 w 12192000"/>
              <a:gd name="connsiteY30" fmla="*/ 1642029 h 6858000"/>
              <a:gd name="connsiteX31" fmla="*/ 3457692 w 12192000"/>
              <a:gd name="connsiteY31" fmla="*/ 1672453 h 6858000"/>
              <a:gd name="connsiteX32" fmla="*/ 3337362 w 12192000"/>
              <a:gd name="connsiteY32" fmla="*/ 1688053 h 6858000"/>
              <a:gd name="connsiteX33" fmla="*/ 3505915 w 12192000"/>
              <a:gd name="connsiteY33" fmla="*/ 1834318 h 6858000"/>
              <a:gd name="connsiteX34" fmla="*/ 3567458 w 12192000"/>
              <a:gd name="connsiteY34" fmla="*/ 1874880 h 6858000"/>
              <a:gd name="connsiteX35" fmla="*/ 3672634 w 12192000"/>
              <a:gd name="connsiteY35" fmla="*/ 1937678 h 6858000"/>
              <a:gd name="connsiteX36" fmla="*/ 3674470 w 12192000"/>
              <a:gd name="connsiteY36" fmla="*/ 1956789 h 6858000"/>
              <a:gd name="connsiteX37" fmla="*/ 3531176 w 12192000"/>
              <a:gd name="connsiteY37" fmla="*/ 2024266 h 6858000"/>
              <a:gd name="connsiteX38" fmla="*/ 3272604 w 12192000"/>
              <a:gd name="connsiteY38" fmla="*/ 2005933 h 6858000"/>
              <a:gd name="connsiteX39" fmla="*/ 3654720 w 12192000"/>
              <a:gd name="connsiteY39" fmla="*/ 2106564 h 6858000"/>
              <a:gd name="connsiteX40" fmla="*/ 2417892 w 12192000"/>
              <a:gd name="connsiteY40" fmla="*/ 1866690 h 6858000"/>
              <a:gd name="connsiteX41" fmla="*/ 2496888 w 12192000"/>
              <a:gd name="connsiteY41" fmla="*/ 1929487 h 6858000"/>
              <a:gd name="connsiteX42" fmla="*/ 2929526 w 12192000"/>
              <a:gd name="connsiteY42" fmla="*/ 2094862 h 6858000"/>
              <a:gd name="connsiteX43" fmla="*/ 3052152 w 12192000"/>
              <a:gd name="connsiteY43" fmla="*/ 2198613 h 6858000"/>
              <a:gd name="connsiteX44" fmla="*/ 3180748 w 12192000"/>
              <a:gd name="connsiteY44" fmla="*/ 2255948 h 6858000"/>
              <a:gd name="connsiteX45" fmla="*/ 3361244 w 12192000"/>
              <a:gd name="connsiteY45" fmla="*/ 2254777 h 6858000"/>
              <a:gd name="connsiteX46" fmla="*/ 3489382 w 12192000"/>
              <a:gd name="connsiteY46" fmla="*/ 2342926 h 6858000"/>
              <a:gd name="connsiteX47" fmla="*/ 3355733 w 12192000"/>
              <a:gd name="connsiteY47" fmla="*/ 2361649 h 6858000"/>
              <a:gd name="connsiteX48" fmla="*/ 3199121 w 12192000"/>
              <a:gd name="connsiteY48" fmla="*/ 2347216 h 6858000"/>
              <a:gd name="connsiteX49" fmla="*/ 2861091 w 12192000"/>
              <a:gd name="connsiteY49" fmla="*/ 2351896 h 6858000"/>
              <a:gd name="connsiteX50" fmla="*/ 2667278 w 12192000"/>
              <a:gd name="connsiteY50" fmla="*/ 2369058 h 6858000"/>
              <a:gd name="connsiteX51" fmla="*/ 2221781 w 12192000"/>
              <a:gd name="connsiteY51" fmla="*/ 2339805 h 6858000"/>
              <a:gd name="connsiteX52" fmla="*/ 2247961 w 12192000"/>
              <a:gd name="connsiteY52" fmla="*/ 2414693 h 6858000"/>
              <a:gd name="connsiteX53" fmla="*/ 2231425 w 12192000"/>
              <a:gd name="connsiteY53" fmla="*/ 2479828 h 6858000"/>
              <a:gd name="connsiteX54" fmla="*/ 2224996 w 12192000"/>
              <a:gd name="connsiteY54" fmla="*/ 2621414 h 6858000"/>
              <a:gd name="connsiteX55" fmla="*/ 2229131 w 12192000"/>
              <a:gd name="connsiteY55" fmla="*/ 2644426 h 6858000"/>
              <a:gd name="connsiteX56" fmla="*/ 2129466 w 12192000"/>
              <a:gd name="connsiteY56" fmla="*/ 2659247 h 6858000"/>
              <a:gd name="connsiteX57" fmla="*/ 2723312 w 12192000"/>
              <a:gd name="connsiteY57" fmla="*/ 2953726 h 6858000"/>
              <a:gd name="connsiteX58" fmla="*/ 2326496 w 12192000"/>
              <a:gd name="connsiteY58" fmla="*/ 2878838 h 6858000"/>
              <a:gd name="connsiteX59" fmla="*/ 2272759 w 12192000"/>
              <a:gd name="connsiteY59" fmla="*/ 3002480 h 6858000"/>
              <a:gd name="connsiteX60" fmla="*/ 2459226 w 12192000"/>
              <a:gd name="connsiteY60" fmla="*/ 3112471 h 6858000"/>
              <a:gd name="connsiteX61" fmla="*/ 2528117 w 12192000"/>
              <a:gd name="connsiteY61" fmla="*/ 3330111 h 6858000"/>
              <a:gd name="connsiteX62" fmla="*/ 2494590 w 12192000"/>
              <a:gd name="connsiteY62" fmla="*/ 3529029 h 6858000"/>
              <a:gd name="connsiteX63" fmla="*/ 2414677 w 12192000"/>
              <a:gd name="connsiteY63" fmla="*/ 3592215 h 6858000"/>
              <a:gd name="connsiteX64" fmla="*/ 2298940 w 12192000"/>
              <a:gd name="connsiteY64" fmla="*/ 3705716 h 6858000"/>
              <a:gd name="connsiteX65" fmla="*/ 2227294 w 12192000"/>
              <a:gd name="connsiteY65" fmla="*/ 3775921 h 6858000"/>
              <a:gd name="connsiteX66" fmla="*/ 1978366 w 12192000"/>
              <a:gd name="connsiteY66" fmla="*/ 3748620 h 6858000"/>
              <a:gd name="connsiteX67" fmla="*/ 2310421 w 12192000"/>
              <a:gd name="connsiteY67" fmla="*/ 3926868 h 6858000"/>
              <a:gd name="connsiteX68" fmla="*/ 2041285 w 12192000"/>
              <a:gd name="connsiteY68" fmla="*/ 3904635 h 6858000"/>
              <a:gd name="connsiteX69" fmla="*/ 1953565 w 12192000"/>
              <a:gd name="connsiteY69" fmla="*/ 3917116 h 6858000"/>
              <a:gd name="connsiteX70" fmla="*/ 2003623 w 12192000"/>
              <a:gd name="connsiteY70" fmla="*/ 3974842 h 6858000"/>
              <a:gd name="connsiteX71" fmla="*/ 2201114 w 12192000"/>
              <a:gd name="connsiteY71" fmla="*/ 4072742 h 6858000"/>
              <a:gd name="connsiteX72" fmla="*/ 2608032 w 12192000"/>
              <a:gd name="connsiteY72" fmla="*/ 4337967 h 6858000"/>
              <a:gd name="connsiteX73" fmla="*/ 2213973 w 12192000"/>
              <a:gd name="connsiteY73" fmla="*/ 4216277 h 6858000"/>
              <a:gd name="connsiteX74" fmla="*/ 2629158 w 12192000"/>
              <a:gd name="connsiteY74" fmla="*/ 4488911 h 6858000"/>
              <a:gd name="connsiteX75" fmla="*/ 2721471 w 12192000"/>
              <a:gd name="connsiteY75" fmla="*/ 4579399 h 6858000"/>
              <a:gd name="connsiteX76" fmla="*/ 2907939 w 12192000"/>
              <a:gd name="connsiteY76" fmla="*/ 4804062 h 6858000"/>
              <a:gd name="connsiteX77" fmla="*/ 2898753 w 12192000"/>
              <a:gd name="connsiteY77" fmla="*/ 4829414 h 6858000"/>
              <a:gd name="connsiteX78" fmla="*/ 2683352 w 12192000"/>
              <a:gd name="connsiteY78" fmla="*/ 4793141 h 6858000"/>
              <a:gd name="connsiteX79" fmla="*/ 2962594 w 12192000"/>
              <a:gd name="connsiteY79" fmla="*/ 4981920 h 6858000"/>
              <a:gd name="connsiteX80" fmla="*/ 3251019 w 12192000"/>
              <a:gd name="connsiteY80" fmla="*/ 5127012 h 6858000"/>
              <a:gd name="connsiteX81" fmla="*/ 3046180 w 12192000"/>
              <a:gd name="connsiteY81" fmla="*/ 5104781 h 6858000"/>
              <a:gd name="connsiteX82" fmla="*/ 2764646 w 12192000"/>
              <a:gd name="connsiteY82" fmla="*/ 5021703 h 6858000"/>
              <a:gd name="connsiteX83" fmla="*/ 2666820 w 12192000"/>
              <a:gd name="connsiteY83" fmla="*/ 5052905 h 6858000"/>
              <a:gd name="connsiteX84" fmla="*/ 2933657 w 12192000"/>
              <a:gd name="connsiteY84" fmla="*/ 5190198 h 6858000"/>
              <a:gd name="connsiteX85" fmla="*/ 3086598 w 12192000"/>
              <a:gd name="connsiteY85" fmla="*/ 5253776 h 6858000"/>
              <a:gd name="connsiteX86" fmla="*/ 3147680 w 12192000"/>
              <a:gd name="connsiteY86" fmla="*/ 5302531 h 6858000"/>
              <a:gd name="connsiteX87" fmla="*/ 3322204 w 12192000"/>
              <a:gd name="connsiteY87" fmla="*/ 5476487 h 6858000"/>
              <a:gd name="connsiteX88" fmla="*/ 3834758 w 12192000"/>
              <a:gd name="connsiteY88" fmla="*/ 5666434 h 6858000"/>
              <a:gd name="connsiteX89" fmla="*/ 4314240 w 12192000"/>
              <a:gd name="connsiteY89" fmla="*/ 5902409 h 6858000"/>
              <a:gd name="connsiteX90" fmla="*/ 4688552 w 12192000"/>
              <a:gd name="connsiteY90" fmla="*/ 6049453 h 6858000"/>
              <a:gd name="connsiteX91" fmla="*/ 5634660 w 12192000"/>
              <a:gd name="connsiteY91" fmla="*/ 6238620 h 6858000"/>
              <a:gd name="connsiteX92" fmla="*/ 9222980 w 12192000"/>
              <a:gd name="connsiteY92" fmla="*/ 4955397 h 6858000"/>
              <a:gd name="connsiteX93" fmla="*/ 9268448 w 12192000"/>
              <a:gd name="connsiteY93" fmla="*/ 4917173 h 6858000"/>
              <a:gd name="connsiteX94" fmla="*/ 9442512 w 12192000"/>
              <a:gd name="connsiteY94" fmla="*/ 4773251 h 6858000"/>
              <a:gd name="connsiteX95" fmla="*/ 9590400 w 12192000"/>
              <a:gd name="connsiteY95" fmla="*/ 4643756 h 6858000"/>
              <a:gd name="connsiteX96" fmla="*/ 9513242 w 12192000"/>
              <a:gd name="connsiteY96" fmla="*/ 4600073 h 6858000"/>
              <a:gd name="connsiteX97" fmla="*/ 9617498 w 12192000"/>
              <a:gd name="connsiteY97" fmla="*/ 4476430 h 6858000"/>
              <a:gd name="connsiteX98" fmla="*/ 9949094 w 12192000"/>
              <a:gd name="connsiteY98" fmla="*/ 4095364 h 6858000"/>
              <a:gd name="connsiteX99" fmla="*/ 10094686 w 12192000"/>
              <a:gd name="connsiteY99" fmla="*/ 4011507 h 6858000"/>
              <a:gd name="connsiteX100" fmla="*/ 10271967 w 12192000"/>
              <a:gd name="connsiteY100" fmla="*/ 3800497 h 6858000"/>
              <a:gd name="connsiteX101" fmla="*/ 10297226 w 12192000"/>
              <a:gd name="connsiteY101" fmla="*/ 3751742 h 6858000"/>
              <a:gd name="connsiteX102" fmla="*/ 10260943 w 12192000"/>
              <a:gd name="connsiteY102" fmla="*/ 3689723 h 6858000"/>
              <a:gd name="connsiteX103" fmla="*/ 10233847 w 12192000"/>
              <a:gd name="connsiteY103" fmla="*/ 3627319 h 6858000"/>
              <a:gd name="connsiteX104" fmla="*/ 10269209 w 12192000"/>
              <a:gd name="connsiteY104" fmla="*/ 3608986 h 6858000"/>
              <a:gd name="connsiteX105" fmla="*/ 10496550 w 12192000"/>
              <a:gd name="connsiteY105" fmla="*/ 3577393 h 6858000"/>
              <a:gd name="connsiteX106" fmla="*/ 10364738 w 12192000"/>
              <a:gd name="connsiteY106" fmla="*/ 3458823 h 6858000"/>
              <a:gd name="connsiteX107" fmla="*/ 10132346 w 12192000"/>
              <a:gd name="connsiteY107" fmla="*/ 3282137 h 6858000"/>
              <a:gd name="connsiteX108" fmla="*/ 10026712 w 12192000"/>
              <a:gd name="connsiteY108" fmla="*/ 3156543 h 6858000"/>
              <a:gd name="connsiteX109" fmla="*/ 10014312 w 12192000"/>
              <a:gd name="connsiteY109" fmla="*/ 3044213 h 6858000"/>
              <a:gd name="connsiteX110" fmla="*/ 9806718 w 12192000"/>
              <a:gd name="connsiteY110" fmla="*/ 2977907 h 6858000"/>
              <a:gd name="connsiteX111" fmla="*/ 10001912 w 12192000"/>
              <a:gd name="connsiteY111" fmla="*/ 2740374 h 6858000"/>
              <a:gd name="connsiteX112" fmla="*/ 10021662 w 12192000"/>
              <a:gd name="connsiteY112" fmla="*/ 2691231 h 6858000"/>
              <a:gd name="connsiteX113" fmla="*/ 9904546 w 12192000"/>
              <a:gd name="connsiteY113" fmla="*/ 2515322 h 6858000"/>
              <a:gd name="connsiteX114" fmla="*/ 9885256 w 12192000"/>
              <a:gd name="connsiteY114" fmla="*/ 2487240 h 6858000"/>
              <a:gd name="connsiteX115" fmla="*/ 9842085 w 12192000"/>
              <a:gd name="connsiteY115" fmla="*/ 2431074 h 6858000"/>
              <a:gd name="connsiteX116" fmla="*/ 9718078 w 12192000"/>
              <a:gd name="connsiteY116" fmla="*/ 2417424 h 6858000"/>
              <a:gd name="connsiteX117" fmla="*/ 9782378 w 12192000"/>
              <a:gd name="connsiteY117" fmla="*/ 2377641 h 6858000"/>
              <a:gd name="connsiteX118" fmla="*/ 9907302 w 12192000"/>
              <a:gd name="connsiteY118" fmla="*/ 2243078 h 6858000"/>
              <a:gd name="connsiteX119" fmla="*/ 9824171 w 12192000"/>
              <a:gd name="connsiteY119" fmla="*/ 2114365 h 6858000"/>
              <a:gd name="connsiteX120" fmla="*/ 9818662 w 12192000"/>
              <a:gd name="connsiteY120" fmla="*/ 2043377 h 6858000"/>
              <a:gd name="connsiteX121" fmla="*/ 9958740 w 12192000"/>
              <a:gd name="connsiteY121" fmla="*/ 1952499 h 6858000"/>
              <a:gd name="connsiteX122" fmla="*/ 10064374 w 12192000"/>
              <a:gd name="connsiteY122" fmla="*/ 1916615 h 6858000"/>
              <a:gd name="connsiteX123" fmla="*/ 10113055 w 12192000"/>
              <a:gd name="connsiteY123" fmla="*/ 1865131 h 6858000"/>
              <a:gd name="connsiteX124" fmla="*/ 10055646 w 12192000"/>
              <a:gd name="connsiteY124" fmla="*/ 1822227 h 6858000"/>
              <a:gd name="connsiteX125" fmla="*/ 9800748 w 12192000"/>
              <a:gd name="connsiteY125" fmla="*/ 1720036 h 6858000"/>
              <a:gd name="connsiteX126" fmla="*/ 9938071 w 12192000"/>
              <a:gd name="connsiteY126" fmla="*/ 1634617 h 6858000"/>
              <a:gd name="connsiteX127" fmla="*/ 9220224 w 12192000"/>
              <a:gd name="connsiteY127" fmla="*/ 1231709 h 6858000"/>
              <a:gd name="connsiteX128" fmla="*/ 9133419 w 12192000"/>
              <a:gd name="connsiteY128" fmla="*/ 1170083 h 6858000"/>
              <a:gd name="connsiteX129" fmla="*/ 8672768 w 12192000"/>
              <a:gd name="connsiteY129" fmla="*/ 1020699 h 6858000"/>
              <a:gd name="connsiteX130" fmla="*/ 8198797 w 12192000"/>
              <a:gd name="connsiteY130" fmla="*/ 915000 h 6858000"/>
              <a:gd name="connsiteX131" fmla="*/ 8528095 w 12192000"/>
              <a:gd name="connsiteY131" fmla="*/ 691898 h 6858000"/>
              <a:gd name="connsiteX132" fmla="*/ 8025190 w 12192000"/>
              <a:gd name="connsiteY132" fmla="*/ 640021 h 6858000"/>
              <a:gd name="connsiteX133" fmla="*/ 7976047 w 12192000"/>
              <a:gd name="connsiteY133" fmla="*/ 641584 h 6858000"/>
              <a:gd name="connsiteX134" fmla="*/ 6988604 w 12192000"/>
              <a:gd name="connsiteY134" fmla="*/ 607260 h 6858000"/>
              <a:gd name="connsiteX135" fmla="*/ 5573116 w 12192000"/>
              <a:gd name="connsiteY135" fmla="*/ 493368 h 6858000"/>
              <a:gd name="connsiteX136" fmla="*/ 4401503 w 12192000"/>
              <a:gd name="connsiteY136" fmla="*/ 425112 h 6858000"/>
              <a:gd name="connsiteX137" fmla="*/ 3154109 w 12192000"/>
              <a:gd name="connsiteY137" fmla="*/ 292499 h 6858000"/>
              <a:gd name="connsiteX138" fmla="*/ 3094406 w 12192000"/>
              <a:gd name="connsiteY138" fmla="*/ 283966 h 6858000"/>
              <a:gd name="connsiteX139" fmla="*/ 0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0 w 12192000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6858000">
                <a:moveTo>
                  <a:pt x="3094406" y="283966"/>
                </a:moveTo>
                <a:cubicBezTo>
                  <a:pt x="3074312" y="283528"/>
                  <a:pt x="3054907" y="288795"/>
                  <a:pt x="3038833" y="309661"/>
                </a:cubicBezTo>
                <a:cubicBezTo>
                  <a:pt x="3124259" y="364657"/>
                  <a:pt x="3233105" y="343983"/>
                  <a:pt x="3348384" y="406000"/>
                </a:cubicBezTo>
                <a:cubicBezTo>
                  <a:pt x="3161001" y="386497"/>
                  <a:pt x="3012653" y="370896"/>
                  <a:pt x="2864309" y="355295"/>
                </a:cubicBezTo>
                <a:cubicBezTo>
                  <a:pt x="2861553" y="366216"/>
                  <a:pt x="2858796" y="377136"/>
                  <a:pt x="2856039" y="388058"/>
                </a:cubicBezTo>
                <a:cubicBezTo>
                  <a:pt x="3045722" y="411070"/>
                  <a:pt x="3221166" y="470356"/>
                  <a:pt x="3405794" y="512089"/>
                </a:cubicBezTo>
                <a:cubicBezTo>
                  <a:pt x="3388799" y="537835"/>
                  <a:pt x="3371808" y="532763"/>
                  <a:pt x="3356651" y="531204"/>
                </a:cubicBezTo>
                <a:cubicBezTo>
                  <a:pt x="3257907" y="521062"/>
                  <a:pt x="3159164" y="510922"/>
                  <a:pt x="3064552" y="483228"/>
                </a:cubicBezTo>
                <a:cubicBezTo>
                  <a:pt x="3043427" y="476987"/>
                  <a:pt x="3017704" y="476987"/>
                  <a:pt x="3005765" y="495708"/>
                </a:cubicBezTo>
                <a:cubicBezTo>
                  <a:pt x="2988771" y="522231"/>
                  <a:pt x="3013113" y="539393"/>
                  <a:pt x="3034700" y="553823"/>
                </a:cubicBezTo>
                <a:cubicBezTo>
                  <a:pt x="3072360" y="578787"/>
                  <a:pt x="3117827" y="571767"/>
                  <a:pt x="3161459" y="576445"/>
                </a:cubicBezTo>
                <a:cubicBezTo>
                  <a:pt x="3277655" y="588537"/>
                  <a:pt x="3333228" y="626370"/>
                  <a:pt x="3358949" y="712961"/>
                </a:cubicBezTo>
                <a:cubicBezTo>
                  <a:pt x="3256987" y="677857"/>
                  <a:pt x="3158703" y="721151"/>
                  <a:pt x="3059960" y="696576"/>
                </a:cubicBezTo>
                <a:cubicBezTo>
                  <a:pt x="3034240" y="690338"/>
                  <a:pt x="2993364" y="699698"/>
                  <a:pt x="3007143" y="729732"/>
                </a:cubicBezTo>
                <a:cubicBezTo>
                  <a:pt x="3020003" y="757814"/>
                  <a:pt x="3062716" y="778096"/>
                  <a:pt x="2986935" y="772635"/>
                </a:cubicBezTo>
                <a:cubicBezTo>
                  <a:pt x="2932740" y="768735"/>
                  <a:pt x="2826647" y="800329"/>
                  <a:pt x="2871197" y="808127"/>
                </a:cubicBezTo>
                <a:cubicBezTo>
                  <a:pt x="2927228" y="817881"/>
                  <a:pt x="2981883" y="831921"/>
                  <a:pt x="3053071" y="847913"/>
                </a:cubicBezTo>
                <a:cubicBezTo>
                  <a:pt x="2974533" y="874043"/>
                  <a:pt x="2918042" y="868584"/>
                  <a:pt x="2858796" y="847913"/>
                </a:cubicBezTo>
                <a:cubicBezTo>
                  <a:pt x="2787150" y="822949"/>
                  <a:pt x="2693916" y="792528"/>
                  <a:pt x="2635588" y="820611"/>
                </a:cubicBezTo>
                <a:cubicBezTo>
                  <a:pt x="2548326" y="862734"/>
                  <a:pt x="2475760" y="836211"/>
                  <a:pt x="2397683" y="829190"/>
                </a:cubicBezTo>
                <a:cubicBezTo>
                  <a:pt x="2238775" y="814759"/>
                  <a:pt x="2081241" y="790576"/>
                  <a:pt x="1921874" y="778877"/>
                </a:cubicBezTo>
                <a:cubicBezTo>
                  <a:pt x="1858036" y="774195"/>
                  <a:pt x="1789143" y="751964"/>
                  <a:pt x="1695450" y="782386"/>
                </a:cubicBezTo>
                <a:cubicBezTo>
                  <a:pt x="2119822" y="938012"/>
                  <a:pt x="2575423" y="928262"/>
                  <a:pt x="2954324" y="1120940"/>
                </a:cubicBezTo>
                <a:cubicBezTo>
                  <a:pt x="2938251" y="1139269"/>
                  <a:pt x="2856502" y="1191535"/>
                  <a:pt x="2890028" y="1195435"/>
                </a:cubicBezTo>
                <a:cubicBezTo>
                  <a:pt x="2984178" y="1206748"/>
                  <a:pt x="3067767" y="1244971"/>
                  <a:pt x="3153652" y="1276563"/>
                </a:cubicBezTo>
                <a:cubicBezTo>
                  <a:pt x="3190855" y="1290216"/>
                  <a:pt x="3235862" y="1308157"/>
                  <a:pt x="3218410" y="1356911"/>
                </a:cubicBezTo>
                <a:cubicBezTo>
                  <a:pt x="3186719" y="1370562"/>
                  <a:pt x="3163296" y="1351451"/>
                  <a:pt x="3137118" y="1349891"/>
                </a:cubicBezTo>
                <a:cubicBezTo>
                  <a:pt x="3110480" y="1348331"/>
                  <a:pt x="3050773" y="1358471"/>
                  <a:pt x="3067309" y="1365102"/>
                </a:cubicBezTo>
                <a:cubicBezTo>
                  <a:pt x="3142629" y="1395136"/>
                  <a:pt x="3007143" y="1467292"/>
                  <a:pt x="3096243" y="1467292"/>
                </a:cubicBezTo>
                <a:cubicBezTo>
                  <a:pt x="3245506" y="1467681"/>
                  <a:pt x="3324961" y="1595613"/>
                  <a:pt x="3468716" y="1599125"/>
                </a:cubicBezTo>
                <a:cubicBezTo>
                  <a:pt x="3491677" y="1599513"/>
                  <a:pt x="3502700" y="1622137"/>
                  <a:pt x="3502241" y="1642029"/>
                </a:cubicBezTo>
                <a:cubicBezTo>
                  <a:pt x="3502241" y="1665822"/>
                  <a:pt x="3481116" y="1670112"/>
                  <a:pt x="3457692" y="1672453"/>
                </a:cubicBezTo>
                <a:cubicBezTo>
                  <a:pt x="3421868" y="1675962"/>
                  <a:pt x="3384667" y="1642029"/>
                  <a:pt x="3337362" y="1688053"/>
                </a:cubicBezTo>
                <a:cubicBezTo>
                  <a:pt x="3422329" y="1714966"/>
                  <a:pt x="3507294" y="1741878"/>
                  <a:pt x="3505915" y="1834318"/>
                </a:cubicBezTo>
                <a:cubicBezTo>
                  <a:pt x="3505457" y="1859279"/>
                  <a:pt x="3540820" y="1868640"/>
                  <a:pt x="3567458" y="1874880"/>
                </a:cubicBezTo>
                <a:cubicBezTo>
                  <a:pt x="3611549" y="1885023"/>
                  <a:pt x="3648750" y="1902965"/>
                  <a:pt x="3672634" y="1937678"/>
                </a:cubicBezTo>
                <a:cubicBezTo>
                  <a:pt x="3672172" y="1944308"/>
                  <a:pt x="3671715" y="1951329"/>
                  <a:pt x="3674470" y="1956789"/>
                </a:cubicBezTo>
                <a:cubicBezTo>
                  <a:pt x="3666664" y="2040646"/>
                  <a:pt x="3602363" y="2038306"/>
                  <a:pt x="3531176" y="2024266"/>
                </a:cubicBezTo>
                <a:cubicBezTo>
                  <a:pt x="3446211" y="2007103"/>
                  <a:pt x="3362164" y="1975900"/>
                  <a:pt x="3272604" y="2005933"/>
                </a:cubicBezTo>
                <a:cubicBezTo>
                  <a:pt x="3398905" y="2046107"/>
                  <a:pt x="3536229" y="2049228"/>
                  <a:pt x="3654720" y="2106564"/>
                </a:cubicBezTo>
                <a:cubicBezTo>
                  <a:pt x="3221166" y="2117095"/>
                  <a:pt x="2838130" y="1936116"/>
                  <a:pt x="2417892" y="1866690"/>
                </a:cubicBezTo>
                <a:cubicBezTo>
                  <a:pt x="2432130" y="1913105"/>
                  <a:pt x="2466114" y="1922465"/>
                  <a:pt x="2496888" y="1929487"/>
                </a:cubicBezTo>
                <a:cubicBezTo>
                  <a:pt x="2652123" y="1964590"/>
                  <a:pt x="2788067" y="2034408"/>
                  <a:pt x="2929526" y="2094862"/>
                </a:cubicBezTo>
                <a:cubicBezTo>
                  <a:pt x="2987851" y="2119825"/>
                  <a:pt x="3030106" y="2144789"/>
                  <a:pt x="3052152" y="2198613"/>
                </a:cubicBezTo>
                <a:cubicBezTo>
                  <a:pt x="3071903" y="2247367"/>
                  <a:pt x="3110021" y="2269990"/>
                  <a:pt x="3180748" y="2255948"/>
                </a:cubicBezTo>
                <a:cubicBezTo>
                  <a:pt x="3238157" y="2244246"/>
                  <a:pt x="3301078" y="2250487"/>
                  <a:pt x="3361244" y="2254777"/>
                </a:cubicBezTo>
                <a:cubicBezTo>
                  <a:pt x="3430596" y="2259459"/>
                  <a:pt x="3508213" y="2314455"/>
                  <a:pt x="3489382" y="2342926"/>
                </a:cubicBezTo>
                <a:cubicBezTo>
                  <a:pt x="3457233" y="2391292"/>
                  <a:pt x="3403498" y="2367110"/>
                  <a:pt x="3355733" y="2361649"/>
                </a:cubicBezTo>
                <a:cubicBezTo>
                  <a:pt x="3301537" y="2355018"/>
                  <a:pt x="3200957" y="2341367"/>
                  <a:pt x="3199121" y="2347216"/>
                </a:cubicBezTo>
                <a:cubicBezTo>
                  <a:pt x="3163754" y="2468518"/>
                  <a:pt x="2914827" y="2362819"/>
                  <a:pt x="2861091" y="2351896"/>
                </a:cubicBezTo>
                <a:cubicBezTo>
                  <a:pt x="2794038" y="2338245"/>
                  <a:pt x="2731116" y="2363208"/>
                  <a:pt x="2667278" y="2369058"/>
                </a:cubicBezTo>
                <a:cubicBezTo>
                  <a:pt x="2610328" y="2374518"/>
                  <a:pt x="2288376" y="2391292"/>
                  <a:pt x="2221781" y="2339805"/>
                </a:cubicBezTo>
                <a:cubicBezTo>
                  <a:pt x="2212595" y="2379978"/>
                  <a:pt x="2231884" y="2396361"/>
                  <a:pt x="2247961" y="2414693"/>
                </a:cubicBezTo>
                <a:cubicBezTo>
                  <a:pt x="2270465" y="2440824"/>
                  <a:pt x="2274138" y="2459157"/>
                  <a:pt x="2231425" y="2479828"/>
                </a:cubicBezTo>
                <a:cubicBezTo>
                  <a:pt x="2109717" y="2539115"/>
                  <a:pt x="2111557" y="2541065"/>
                  <a:pt x="2224996" y="2621414"/>
                </a:cubicBezTo>
                <a:cubicBezTo>
                  <a:pt x="2230509" y="2624923"/>
                  <a:pt x="2228211" y="2636624"/>
                  <a:pt x="2229131" y="2644426"/>
                </a:cubicBezTo>
                <a:cubicBezTo>
                  <a:pt x="2199276" y="2656906"/>
                  <a:pt x="2164373" y="2625703"/>
                  <a:pt x="2129466" y="2659247"/>
                </a:cubicBezTo>
                <a:cubicBezTo>
                  <a:pt x="2281487" y="2806680"/>
                  <a:pt x="2513421" y="2842953"/>
                  <a:pt x="2723312" y="2953726"/>
                </a:cubicBezTo>
                <a:cubicBezTo>
                  <a:pt x="2553377" y="2990389"/>
                  <a:pt x="2451419" y="2862456"/>
                  <a:pt x="2326496" y="2878838"/>
                </a:cubicBezTo>
                <a:cubicBezTo>
                  <a:pt x="2264036" y="2919012"/>
                  <a:pt x="2449582" y="2983367"/>
                  <a:pt x="2272759" y="3002480"/>
                </a:cubicBezTo>
                <a:cubicBezTo>
                  <a:pt x="2349461" y="3037583"/>
                  <a:pt x="2406411" y="3071905"/>
                  <a:pt x="2459226" y="3112471"/>
                </a:cubicBezTo>
                <a:cubicBezTo>
                  <a:pt x="2553377" y="3185016"/>
                  <a:pt x="2571749" y="3232602"/>
                  <a:pt x="2528117" y="3330111"/>
                </a:cubicBezTo>
                <a:cubicBezTo>
                  <a:pt x="2499642" y="3394076"/>
                  <a:pt x="2457848" y="3452973"/>
                  <a:pt x="2494590" y="3529029"/>
                </a:cubicBezTo>
                <a:cubicBezTo>
                  <a:pt x="2520308" y="3581294"/>
                  <a:pt x="2510206" y="3615617"/>
                  <a:pt x="2414677" y="3592215"/>
                </a:cubicBezTo>
                <a:cubicBezTo>
                  <a:pt x="2311799" y="3567251"/>
                  <a:pt x="2273221" y="3614057"/>
                  <a:pt x="2298940" y="3705716"/>
                </a:cubicBezTo>
                <a:cubicBezTo>
                  <a:pt x="2315473" y="3764612"/>
                  <a:pt x="2298020" y="3782553"/>
                  <a:pt x="2227294" y="3775921"/>
                </a:cubicBezTo>
                <a:cubicBezTo>
                  <a:pt x="2149215" y="3768512"/>
                  <a:pt x="2074811" y="3729898"/>
                  <a:pt x="1978366" y="3748620"/>
                </a:cubicBezTo>
                <a:cubicBezTo>
                  <a:pt x="2055522" y="3855492"/>
                  <a:pt x="2220403" y="3825068"/>
                  <a:pt x="2310421" y="3926868"/>
                </a:cubicBezTo>
                <a:cubicBezTo>
                  <a:pt x="2202950" y="3927259"/>
                  <a:pt x="2120739" y="3926868"/>
                  <a:pt x="2041285" y="3904635"/>
                </a:cubicBezTo>
                <a:cubicBezTo>
                  <a:pt x="2008216" y="3895664"/>
                  <a:pt x="1971934" y="3886305"/>
                  <a:pt x="1953565" y="3917116"/>
                </a:cubicBezTo>
                <a:cubicBezTo>
                  <a:pt x="1931978" y="3954170"/>
                  <a:pt x="1976527" y="3968211"/>
                  <a:pt x="2003623" y="3974842"/>
                </a:cubicBezTo>
                <a:cubicBezTo>
                  <a:pt x="2079866" y="3993563"/>
                  <a:pt x="2138192" y="4038028"/>
                  <a:pt x="2201114" y="4072742"/>
                </a:cubicBezTo>
                <a:cubicBezTo>
                  <a:pt x="2339356" y="4148800"/>
                  <a:pt x="2490917" y="4212375"/>
                  <a:pt x="2608032" y="4337967"/>
                </a:cubicBezTo>
                <a:cubicBezTo>
                  <a:pt x="2460606" y="4305983"/>
                  <a:pt x="2350838" y="4231487"/>
                  <a:pt x="2213973" y="4216277"/>
                </a:cubicBezTo>
                <a:cubicBezTo>
                  <a:pt x="2332467" y="4330557"/>
                  <a:pt x="2484945" y="4405834"/>
                  <a:pt x="2629158" y="4488911"/>
                </a:cubicBezTo>
                <a:cubicBezTo>
                  <a:pt x="2670494" y="4512315"/>
                  <a:pt x="2712289" y="4528306"/>
                  <a:pt x="2721471" y="4579399"/>
                </a:cubicBezTo>
                <a:cubicBezTo>
                  <a:pt x="2739385" y="4678470"/>
                  <a:pt x="2793121" y="4760378"/>
                  <a:pt x="2907939" y="4804062"/>
                </a:cubicBezTo>
                <a:cubicBezTo>
                  <a:pt x="2908859" y="4804452"/>
                  <a:pt x="2902428" y="4819274"/>
                  <a:pt x="2898753" y="4829414"/>
                </a:cubicBezTo>
                <a:cubicBezTo>
                  <a:pt x="2828485" y="4832536"/>
                  <a:pt x="2772912" y="4774028"/>
                  <a:pt x="2683352" y="4793141"/>
                </a:cubicBezTo>
                <a:cubicBezTo>
                  <a:pt x="2769239" y="4872708"/>
                  <a:pt x="2840885" y="4944087"/>
                  <a:pt x="2962594" y="4981920"/>
                </a:cubicBezTo>
                <a:cubicBezTo>
                  <a:pt x="3059960" y="5011952"/>
                  <a:pt x="3180289" y="5029503"/>
                  <a:pt x="3251019" y="5127012"/>
                </a:cubicBezTo>
                <a:cubicBezTo>
                  <a:pt x="3168808" y="5146126"/>
                  <a:pt x="3107723" y="5121944"/>
                  <a:pt x="3046180" y="5104781"/>
                </a:cubicBezTo>
                <a:cubicBezTo>
                  <a:pt x="2952030" y="5078258"/>
                  <a:pt x="2858796" y="5048226"/>
                  <a:pt x="2764646" y="5021703"/>
                </a:cubicBezTo>
                <a:cubicBezTo>
                  <a:pt x="2728821" y="5011563"/>
                  <a:pt x="2689782" y="5004540"/>
                  <a:pt x="2666820" y="5052905"/>
                </a:cubicBezTo>
                <a:cubicBezTo>
                  <a:pt x="2786691" y="5063047"/>
                  <a:pt x="2858337" y="5128575"/>
                  <a:pt x="2933657" y="5190198"/>
                </a:cubicBezTo>
                <a:cubicBezTo>
                  <a:pt x="2975911" y="5224912"/>
                  <a:pt x="3010358" y="5271328"/>
                  <a:pt x="3086598" y="5253776"/>
                </a:cubicBezTo>
                <a:cubicBezTo>
                  <a:pt x="3126554" y="5244415"/>
                  <a:pt x="3151814" y="5270547"/>
                  <a:pt x="3147680" y="5302531"/>
                </a:cubicBezTo>
                <a:cubicBezTo>
                  <a:pt x="3132525" y="5415251"/>
                  <a:pt x="3225759" y="5454645"/>
                  <a:pt x="3322204" y="5476487"/>
                </a:cubicBezTo>
                <a:cubicBezTo>
                  <a:pt x="3504998" y="5517440"/>
                  <a:pt x="3657018" y="5613779"/>
                  <a:pt x="3834758" y="5666434"/>
                </a:cubicBezTo>
                <a:cubicBezTo>
                  <a:pt x="4007445" y="5717529"/>
                  <a:pt x="4141095" y="5838830"/>
                  <a:pt x="4314240" y="5902409"/>
                </a:cubicBezTo>
                <a:cubicBezTo>
                  <a:pt x="4439624" y="5948433"/>
                  <a:pt x="4559494" y="6007718"/>
                  <a:pt x="4688552" y="6049453"/>
                </a:cubicBezTo>
                <a:cubicBezTo>
                  <a:pt x="4993968" y="6148131"/>
                  <a:pt x="5305360" y="6227308"/>
                  <a:pt x="5634660" y="6238620"/>
                </a:cubicBezTo>
                <a:cubicBezTo>
                  <a:pt x="5906549" y="6247590"/>
                  <a:pt x="8264931" y="6239010"/>
                  <a:pt x="9222980" y="4955397"/>
                </a:cubicBezTo>
                <a:cubicBezTo>
                  <a:pt x="9241350" y="4949155"/>
                  <a:pt x="9262017" y="4932775"/>
                  <a:pt x="9268448" y="4917173"/>
                </a:cubicBezTo>
                <a:cubicBezTo>
                  <a:pt x="9299220" y="4844235"/>
                  <a:pt x="9374540" y="4812644"/>
                  <a:pt x="9442512" y="4773251"/>
                </a:cubicBezTo>
                <a:cubicBezTo>
                  <a:pt x="9502220" y="4738536"/>
                  <a:pt x="9565600" y="4702263"/>
                  <a:pt x="9590400" y="4643756"/>
                </a:cubicBezTo>
                <a:cubicBezTo>
                  <a:pt x="9623008" y="4565749"/>
                  <a:pt x="9530236" y="4629716"/>
                  <a:pt x="9513242" y="4600073"/>
                </a:cubicBezTo>
                <a:cubicBezTo>
                  <a:pt x="9548605" y="4559509"/>
                  <a:pt x="9603261" y="4522454"/>
                  <a:pt x="9617498" y="4476430"/>
                </a:cubicBezTo>
                <a:cubicBezTo>
                  <a:pt x="9669394" y="4310276"/>
                  <a:pt x="9781460" y="4189364"/>
                  <a:pt x="9949094" y="4095364"/>
                </a:cubicBezTo>
                <a:cubicBezTo>
                  <a:pt x="9997318" y="4068452"/>
                  <a:pt x="10029007" y="4019306"/>
                  <a:pt x="10094686" y="4011507"/>
                </a:cubicBezTo>
                <a:cubicBezTo>
                  <a:pt x="10240735" y="3994345"/>
                  <a:pt x="10194808" y="3860171"/>
                  <a:pt x="10271967" y="3800497"/>
                </a:cubicBezTo>
                <a:cubicBezTo>
                  <a:pt x="10286662" y="3789184"/>
                  <a:pt x="10299980" y="3766953"/>
                  <a:pt x="10297226" y="3751742"/>
                </a:cubicBezTo>
                <a:cubicBezTo>
                  <a:pt x="10293091" y="3729898"/>
                  <a:pt x="10275639" y="3709227"/>
                  <a:pt x="10260943" y="3689723"/>
                </a:cubicBezTo>
                <a:cubicBezTo>
                  <a:pt x="10245786" y="3670222"/>
                  <a:pt x="10222825" y="3653061"/>
                  <a:pt x="10233847" y="3627319"/>
                </a:cubicBezTo>
                <a:cubicBezTo>
                  <a:pt x="10238437" y="3616788"/>
                  <a:pt x="10235225" y="3580125"/>
                  <a:pt x="10269209" y="3608986"/>
                </a:cubicBezTo>
                <a:cubicBezTo>
                  <a:pt x="10362443" y="3688165"/>
                  <a:pt x="10416637" y="3613279"/>
                  <a:pt x="10496550" y="3577393"/>
                </a:cubicBezTo>
                <a:cubicBezTo>
                  <a:pt x="10432253" y="3540340"/>
                  <a:pt x="10374383" y="3514208"/>
                  <a:pt x="10364738" y="3458823"/>
                </a:cubicBezTo>
                <a:cubicBezTo>
                  <a:pt x="10344991" y="3344542"/>
                  <a:pt x="10260485" y="3292277"/>
                  <a:pt x="10132346" y="3282137"/>
                </a:cubicBezTo>
                <a:cubicBezTo>
                  <a:pt x="10179650" y="3171757"/>
                  <a:pt x="10179650" y="3171757"/>
                  <a:pt x="10026712" y="3156543"/>
                </a:cubicBezTo>
                <a:cubicBezTo>
                  <a:pt x="10085499" y="3086337"/>
                  <a:pt x="10085499" y="3068396"/>
                  <a:pt x="10014312" y="3044213"/>
                </a:cubicBezTo>
                <a:cubicBezTo>
                  <a:pt x="9945880" y="3021201"/>
                  <a:pt x="9870100" y="3013401"/>
                  <a:pt x="9806718" y="2977907"/>
                </a:cubicBezTo>
                <a:cubicBezTo>
                  <a:pt x="9865047" y="2888199"/>
                  <a:pt x="9881580" y="2784060"/>
                  <a:pt x="10001912" y="2740374"/>
                </a:cubicBezTo>
                <a:cubicBezTo>
                  <a:pt x="10020741" y="2733743"/>
                  <a:pt x="10033600" y="2706830"/>
                  <a:pt x="10021662" y="2691231"/>
                </a:cubicBezTo>
                <a:cubicBezTo>
                  <a:pt x="9978030" y="2634675"/>
                  <a:pt x="10040492" y="2527414"/>
                  <a:pt x="9904546" y="2515322"/>
                </a:cubicBezTo>
                <a:cubicBezTo>
                  <a:pt x="9887552" y="2514152"/>
                  <a:pt x="9871936" y="2502450"/>
                  <a:pt x="9885256" y="2487240"/>
                </a:cubicBezTo>
                <a:cubicBezTo>
                  <a:pt x="9931184" y="2434196"/>
                  <a:pt x="9875611" y="2437706"/>
                  <a:pt x="9842085" y="2431074"/>
                </a:cubicBezTo>
                <a:cubicBezTo>
                  <a:pt x="9801668" y="2422884"/>
                  <a:pt x="9755740" y="2446287"/>
                  <a:pt x="9718078" y="2417424"/>
                </a:cubicBezTo>
                <a:cubicBezTo>
                  <a:pt x="9726806" y="2386999"/>
                  <a:pt x="9759413" y="2387390"/>
                  <a:pt x="9782378" y="2377641"/>
                </a:cubicBezTo>
                <a:cubicBezTo>
                  <a:pt x="9849430" y="2349558"/>
                  <a:pt x="9904086" y="2316013"/>
                  <a:pt x="9907302" y="2243078"/>
                </a:cubicBezTo>
                <a:cubicBezTo>
                  <a:pt x="9909596" y="2184182"/>
                  <a:pt x="9916946" y="2132305"/>
                  <a:pt x="9824171" y="2114365"/>
                </a:cubicBezTo>
                <a:cubicBezTo>
                  <a:pt x="9785593" y="2106953"/>
                  <a:pt x="9796616" y="2064440"/>
                  <a:pt x="9818662" y="2043377"/>
                </a:cubicBezTo>
                <a:cubicBezTo>
                  <a:pt x="9858160" y="2005933"/>
                  <a:pt x="9890766" y="1956008"/>
                  <a:pt x="9958740" y="1952499"/>
                </a:cubicBezTo>
                <a:cubicBezTo>
                  <a:pt x="10000075" y="1950158"/>
                  <a:pt x="10031764" y="1934556"/>
                  <a:pt x="10064374" y="1916615"/>
                </a:cubicBezTo>
                <a:cubicBezTo>
                  <a:pt x="10087795" y="1903743"/>
                  <a:pt x="10115810" y="1892823"/>
                  <a:pt x="10113055" y="1865131"/>
                </a:cubicBezTo>
                <a:cubicBezTo>
                  <a:pt x="10110302" y="1838607"/>
                  <a:pt x="10083203" y="1827686"/>
                  <a:pt x="10055646" y="1822227"/>
                </a:cubicBezTo>
                <a:cubicBezTo>
                  <a:pt x="9963792" y="1804675"/>
                  <a:pt x="9877448" y="1778933"/>
                  <a:pt x="9800748" y="1720036"/>
                </a:cubicBezTo>
                <a:cubicBezTo>
                  <a:pt x="9851726" y="1688834"/>
                  <a:pt x="9900410" y="1666211"/>
                  <a:pt x="9938071" y="1634617"/>
                </a:cubicBezTo>
                <a:cubicBezTo>
                  <a:pt x="10029007" y="1558172"/>
                  <a:pt x="9258802" y="1317517"/>
                  <a:pt x="9220224" y="1231709"/>
                </a:cubicBezTo>
                <a:cubicBezTo>
                  <a:pt x="9208284" y="1205187"/>
                  <a:pt x="9167410" y="1177883"/>
                  <a:pt x="9133419" y="1170083"/>
                </a:cubicBezTo>
                <a:cubicBezTo>
                  <a:pt x="8974052" y="1133420"/>
                  <a:pt x="8835810" y="1051123"/>
                  <a:pt x="8672768" y="1020699"/>
                </a:cubicBezTo>
                <a:cubicBezTo>
                  <a:pt x="8518912" y="991837"/>
                  <a:pt x="8367350" y="953222"/>
                  <a:pt x="8198797" y="915000"/>
                </a:cubicBezTo>
                <a:cubicBezTo>
                  <a:pt x="8302134" y="819048"/>
                  <a:pt x="8485382" y="830361"/>
                  <a:pt x="8528095" y="691898"/>
                </a:cubicBezTo>
                <a:cubicBezTo>
                  <a:pt x="8361379" y="656013"/>
                  <a:pt x="8185937" y="696968"/>
                  <a:pt x="8025190" y="640021"/>
                </a:cubicBezTo>
                <a:cubicBezTo>
                  <a:pt x="8011411" y="634954"/>
                  <a:pt x="7992579" y="640021"/>
                  <a:pt x="7976047" y="641584"/>
                </a:cubicBezTo>
                <a:cubicBezTo>
                  <a:pt x="7644909" y="672005"/>
                  <a:pt x="7315149" y="645484"/>
                  <a:pt x="6988604" y="607260"/>
                </a:cubicBezTo>
                <a:cubicBezTo>
                  <a:pt x="6518305" y="552656"/>
                  <a:pt x="6046170" y="517941"/>
                  <a:pt x="5573116" y="493368"/>
                </a:cubicBezTo>
                <a:cubicBezTo>
                  <a:pt x="5182272" y="473086"/>
                  <a:pt x="4790511" y="464116"/>
                  <a:pt x="4401503" y="425112"/>
                </a:cubicBezTo>
                <a:cubicBezTo>
                  <a:pt x="3985401" y="383379"/>
                  <a:pt x="3569756" y="336184"/>
                  <a:pt x="3154109" y="292499"/>
                </a:cubicBezTo>
                <a:cubicBezTo>
                  <a:pt x="3135280" y="290549"/>
                  <a:pt x="3114499" y="284406"/>
                  <a:pt x="3094406" y="28396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A video game on a device&#10;&#10;AI-generated content may be incorrect.">
            <a:extLst>
              <a:ext uri="{FF2B5EF4-FFF2-40B4-BE49-F238E27FC236}">
                <a16:creationId xmlns:a16="http://schemas.microsoft.com/office/drawing/2014/main" id="{52CCD685-0A7A-8568-4635-B694C1788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65" y="142068"/>
            <a:ext cx="5671664" cy="6858000"/>
          </a:xfrm>
          <a:prstGeom prst="rect">
            <a:avLst/>
          </a:prstGeom>
        </p:spPr>
      </p:pic>
      <p:pic>
        <p:nvPicPr>
          <p:cNvPr id="5" name="Picture 4" descr="A pixelated cartoon character standing in a dirt area&#10;&#10;AI-generated content may be incorrect.">
            <a:extLst>
              <a:ext uri="{FF2B5EF4-FFF2-40B4-BE49-F238E27FC236}">
                <a16:creationId xmlns:a16="http://schemas.microsoft.com/office/drawing/2014/main" id="{8B158629-F3E9-334C-D23A-F9A4D7AF1F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63" t="43704" r="49687" b="12222"/>
          <a:stretch>
            <a:fillRect/>
          </a:stretch>
        </p:blipFill>
        <p:spPr>
          <a:xfrm>
            <a:off x="2561722" y="2660426"/>
            <a:ext cx="1448927" cy="17670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991E92-1973-03F9-72EA-CA840CEC5FDC}"/>
              </a:ext>
            </a:extLst>
          </p:cNvPr>
          <p:cNvSpPr txBox="1"/>
          <p:nvPr/>
        </p:nvSpPr>
        <p:spPr>
          <a:xfrm>
            <a:off x="7312347" y="142742"/>
            <a:ext cx="60960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Nyala"/>
              </a:rPr>
              <a:t>PERSONNAGE </a:t>
            </a:r>
          </a:p>
          <a:p>
            <a:pPr algn="ctr"/>
            <a:endParaRPr lang="en-US" sz="3200" b="1">
              <a:latin typeface="Nyal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E35771-5509-630A-EBDC-D944C8491FA3}"/>
              </a:ext>
            </a:extLst>
          </p:cNvPr>
          <p:cNvSpPr txBox="1"/>
          <p:nvPr/>
        </p:nvSpPr>
        <p:spPr>
          <a:xfrm>
            <a:off x="6616604" y="557681"/>
            <a:ext cx="470496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Nyala"/>
              </a:rPr>
              <a:t>Class player :</a:t>
            </a:r>
          </a:p>
          <a:p>
            <a:r>
              <a:rPr lang="en-US" sz="2400" b="1" dirty="0">
                <a:latin typeface="Nyala"/>
                <a:ea typeface="+mn-lt"/>
                <a:cs typeface="+mn-lt"/>
              </a:rPr>
              <a:t>double width = 25; </a:t>
            </a:r>
          </a:p>
          <a:p>
            <a:r>
              <a:rPr lang="en-US" sz="2400" b="1" dirty="0">
                <a:latin typeface="Nyala"/>
                <a:ea typeface="+mn-lt"/>
                <a:cs typeface="+mn-lt"/>
              </a:rPr>
              <a:t>double height = 45;</a:t>
            </a:r>
          </a:p>
          <a:p>
            <a:r>
              <a:rPr lang="en-US" sz="2400" b="1" dirty="0" err="1">
                <a:latin typeface="Nyala"/>
                <a:ea typeface="+mn-lt"/>
                <a:cs typeface="+mn-lt"/>
              </a:rPr>
              <a:t>boolean</a:t>
            </a:r>
            <a:r>
              <a:rPr lang="en-US" sz="2400" b="1" dirty="0">
                <a:latin typeface="Nyala"/>
                <a:ea typeface="+mn-lt"/>
                <a:cs typeface="+mn-lt"/>
              </a:rPr>
              <a:t> invincible = false</a:t>
            </a:r>
          </a:p>
          <a:p>
            <a:r>
              <a:rPr lang="en-US" sz="2400" b="1" dirty="0">
                <a:latin typeface="Nyala"/>
                <a:ea typeface="+mn-lt"/>
                <a:cs typeface="+mn-lt"/>
              </a:rPr>
              <a:t>long </a:t>
            </a:r>
            <a:r>
              <a:rPr lang="en-US" sz="2400" b="1" dirty="0" err="1">
                <a:latin typeface="Nyala"/>
                <a:ea typeface="+mn-lt"/>
                <a:cs typeface="+mn-lt"/>
              </a:rPr>
              <a:t>invincibleUntil</a:t>
            </a:r>
            <a:r>
              <a:rPr lang="en-US" sz="2400" b="1" dirty="0">
                <a:latin typeface="Nyala"/>
                <a:ea typeface="+mn-lt"/>
                <a:cs typeface="+mn-lt"/>
              </a:rPr>
              <a:t> = 0</a:t>
            </a:r>
          </a:p>
          <a:p>
            <a:endParaRPr lang="en-US" sz="2400" b="1" dirty="0">
              <a:solidFill>
                <a:srgbClr val="000000"/>
              </a:solidFill>
              <a:latin typeface="Nyala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595283-9B32-12E3-7CCF-C0DA48C11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696685"/>
              </p:ext>
            </p:extLst>
          </p:nvPr>
        </p:nvGraphicFramePr>
        <p:xfrm>
          <a:off x="6424455" y="2655810"/>
          <a:ext cx="5679005" cy="14725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387">
                  <a:extLst>
                    <a:ext uri="{9D8B030D-6E8A-4147-A177-3AD203B41FA5}">
                      <a16:colId xmlns:a16="http://schemas.microsoft.com/office/drawing/2014/main" val="855700086"/>
                    </a:ext>
                  </a:extLst>
                </a:gridCol>
                <a:gridCol w="4106618">
                  <a:extLst>
                    <a:ext uri="{9D8B030D-6E8A-4147-A177-3AD203B41FA5}">
                      <a16:colId xmlns:a16="http://schemas.microsoft.com/office/drawing/2014/main" val="4024706866"/>
                    </a:ext>
                  </a:extLst>
                </a:gridCol>
              </a:tblGrid>
              <a:tr h="3184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err="1">
                          <a:latin typeface="Nyala"/>
                        </a:rPr>
                        <a:t>fonction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Nyala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234278"/>
                  </a:ext>
                </a:extLst>
              </a:tr>
              <a:tr h="375313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Nyala"/>
                        </a:rPr>
                        <a:t>Jump()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Nyala"/>
                        </a:rPr>
                        <a:t>Fait </a:t>
                      </a:r>
                      <a:r>
                        <a:rPr lang="en-US" sz="1800" b="0" err="1">
                          <a:latin typeface="Nyala"/>
                        </a:rPr>
                        <a:t>sauter</a:t>
                      </a:r>
                      <a:r>
                        <a:rPr lang="en-US" sz="1800" b="0">
                          <a:latin typeface="Nyala"/>
                        </a:rPr>
                        <a:t> le </a:t>
                      </a:r>
                      <a:r>
                        <a:rPr lang="en-US" sz="1800" b="0" err="1">
                          <a:latin typeface="Nyala"/>
                        </a:rPr>
                        <a:t>personnage</a:t>
                      </a:r>
                      <a:r>
                        <a:rPr lang="en-US" sz="1800" b="0">
                          <a:latin typeface="Nyala"/>
                        </a:rPr>
                        <a:t> </a:t>
                      </a:r>
                      <a:r>
                        <a:rPr lang="en-US" sz="1800" b="0" err="1">
                          <a:latin typeface="Nyala"/>
                        </a:rPr>
                        <a:t>suivant</a:t>
                      </a:r>
                      <a:r>
                        <a:rPr lang="en-US" sz="1800" b="0">
                          <a:latin typeface="Nyala"/>
                        </a:rPr>
                        <a:t> un gravity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77504"/>
                  </a:ext>
                </a:extLst>
              </a:tr>
              <a:tr h="318417"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Nyala"/>
                        </a:rPr>
                        <a:t>Update()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Nyala"/>
                        </a:rPr>
                        <a:t>Met a </a:t>
                      </a:r>
                      <a:r>
                        <a:rPr lang="en-US" sz="1800" b="0" err="1">
                          <a:latin typeface="Nyala"/>
                        </a:rPr>
                        <a:t>jou</a:t>
                      </a:r>
                      <a:r>
                        <a:rPr lang="en-US" sz="1800" b="0">
                          <a:latin typeface="Nyala"/>
                        </a:rPr>
                        <a:t>r la position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831479"/>
                  </a:ext>
                </a:extLst>
              </a:tr>
              <a:tr h="318417">
                <a:tc>
                  <a:txBody>
                    <a:bodyPr/>
                    <a:lstStyle/>
                    <a:p>
                      <a:r>
                        <a:rPr lang="en-US" sz="1800" b="0" err="1">
                          <a:latin typeface="Nyala"/>
                        </a:rPr>
                        <a:t>SetInvicible</a:t>
                      </a:r>
                      <a:r>
                        <a:rPr lang="en-US" sz="1800" b="0">
                          <a:latin typeface="Nyala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latin typeface="Nyala"/>
                        </a:rPr>
                        <a:t>Activer</a:t>
                      </a:r>
                      <a:r>
                        <a:rPr lang="en-US" sz="1800" b="0" dirty="0">
                          <a:latin typeface="Nyala"/>
                        </a:rPr>
                        <a:t> </a:t>
                      </a:r>
                      <a:r>
                        <a:rPr lang="en-US" sz="1800" b="0" dirty="0" err="1">
                          <a:latin typeface="Nyala"/>
                        </a:rPr>
                        <a:t>l'immunite</a:t>
                      </a:r>
                      <a:endParaRPr lang="en-US" sz="1800" b="0" dirty="0">
                        <a:latin typeface="Nyal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36108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27BA637-C8F5-A5D7-B7F6-3A03E077C6E6}"/>
              </a:ext>
            </a:extLst>
          </p:cNvPr>
          <p:cNvSpPr txBox="1"/>
          <p:nvPr/>
        </p:nvSpPr>
        <p:spPr>
          <a:xfrm>
            <a:off x="6221104" y="4168254"/>
            <a:ext cx="6096000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0" algn="l" rtl="0"/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Trois types </a:t>
            </a:r>
            <a:r>
              <a:rPr lang="en-US" sz="2400" b="1" kern="1200" dirty="0" err="1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d'ennemis</a:t>
            </a:r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 (normal, </a:t>
            </a:r>
            <a:r>
              <a:rPr lang="en-US" sz="2400" b="1" kern="1200" dirty="0" err="1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rapide</a:t>
            </a:r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, gros) avec </a:t>
            </a:r>
            <a:r>
              <a:rPr lang="en-US" sz="2400" b="1" kern="1200" dirty="0" err="1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comportements</a:t>
            </a:r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distincts</a:t>
            </a:r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 et </a:t>
            </a:r>
            <a:r>
              <a:rPr lang="en-US" sz="2400" b="1" kern="1200" dirty="0" err="1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récompense</a:t>
            </a:r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 fixe. </a:t>
            </a:r>
          </a:p>
          <a:p>
            <a:pPr indent="0" algn="l" rtl="0"/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Des obstacles </a:t>
            </a:r>
            <a:r>
              <a:rPr lang="en-US" sz="2400" b="1" kern="1200" dirty="0" err="1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tombants</a:t>
            </a:r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ajoutent</a:t>
            </a:r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 tension </a:t>
            </a:r>
            <a:r>
              <a:rPr lang="en-US" sz="2400" b="1" kern="1200" dirty="0" err="1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depuis</a:t>
            </a:r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 le haut de </a:t>
            </a:r>
            <a:r>
              <a:rPr lang="en-US" sz="2400" b="1" kern="1200" dirty="0" err="1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l'écran</a:t>
            </a:r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. </a:t>
            </a:r>
            <a:endParaRPr lang="en-US" sz="2400" b="1" kern="1200" dirty="0">
              <a:solidFill>
                <a:schemeClr val="dk1"/>
              </a:solidFill>
              <a:latin typeface="Nyala"/>
              <a:ea typeface="Calibri"/>
              <a:cs typeface="Calibri"/>
            </a:endParaRPr>
          </a:p>
          <a:p>
            <a:pPr indent="0" algn="l" rtl="0"/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Le </a:t>
            </a:r>
            <a:r>
              <a:rPr lang="en-US" sz="2400" b="1" i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boss</a:t>
            </a:r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apparaît</a:t>
            </a:r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tous</a:t>
            </a:r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 les 1000 points, a </a:t>
            </a:r>
            <a:r>
              <a:rPr lang="en-US" sz="2400" b="1" kern="1200" dirty="0" err="1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une</a:t>
            </a:r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 barre de vie et </a:t>
            </a:r>
            <a:r>
              <a:rPr lang="en-US" sz="2400" b="1" kern="1200" dirty="0" err="1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attaques</a:t>
            </a:r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spéciales</a:t>
            </a:r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 — </a:t>
            </a:r>
            <a:r>
              <a:rPr lang="en-US" sz="2400" b="1" kern="1200" dirty="0" err="1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priorisez</a:t>
            </a:r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 le </a:t>
            </a:r>
            <a:r>
              <a:rPr lang="en-US" sz="2400" b="1" kern="1200" dirty="0" err="1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neutraliser</a:t>
            </a:r>
            <a:r>
              <a:rPr lang="en-US" sz="2400" b="1" kern="1200" dirty="0">
                <a:solidFill>
                  <a:schemeClr val="dk1"/>
                </a:solidFill>
                <a:latin typeface="Nyala"/>
                <a:ea typeface="Atkinson Hyperlegible Next Light"/>
                <a:cs typeface="+mj-cs"/>
              </a:rPr>
              <a:t> pour +200 points.</a:t>
            </a:r>
          </a:p>
          <a:p>
            <a:pPr algn="ctr"/>
            <a:endParaRPr lang="en-US" sz="2400" b="1" dirty="0">
              <a:latin typeface="Nyala"/>
            </a:endParaRPr>
          </a:p>
        </p:txBody>
      </p:sp>
    </p:spTree>
    <p:extLst>
      <p:ext uri="{BB962C8B-B14F-4D97-AF65-F5344CB8AC3E}">
        <p14:creationId xmlns:p14="http://schemas.microsoft.com/office/powerpoint/2010/main" val="2796498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uter with a screen and a computer&#10;&#10;AI-generated content may be incorrect.">
            <a:extLst>
              <a:ext uri="{FF2B5EF4-FFF2-40B4-BE49-F238E27FC236}">
                <a16:creationId xmlns:a16="http://schemas.microsoft.com/office/drawing/2014/main" id="{EF9C27AB-3CC7-5540-7AC8-513AF0467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6000"/>
                    </a14:imgEffect>
                    <a14:imgEffect>
                      <a14:brightnessContrast bright="-6000" contrast="-5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06" y="0"/>
            <a:ext cx="1218838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05B546-8625-C5DC-0863-BB219C3EEC99}"/>
              </a:ext>
            </a:extLst>
          </p:cNvPr>
          <p:cNvSpPr txBox="1"/>
          <p:nvPr/>
        </p:nvSpPr>
        <p:spPr>
          <a:xfrm>
            <a:off x="2365612" y="2689746"/>
            <a:ext cx="8143164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600" b="1">
                <a:solidFill>
                  <a:srgbClr val="2C1414"/>
                </a:solidFill>
                <a:latin typeface="Fahkwang Light"/>
                <a:ea typeface="Fahkwang Light"/>
                <a:cs typeface="Fahkwang Light"/>
              </a:rPr>
              <a:t>Technique</a:t>
            </a:r>
            <a:endParaRPr lang="en-US" sz="9600" b="1"/>
          </a:p>
          <a:p>
            <a:pPr algn="ctr"/>
            <a:endParaRPr lang="en-US" sz="96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753E40-C4A9-51B6-1D3E-8C78B1DE92F9}"/>
              </a:ext>
            </a:extLst>
          </p:cNvPr>
          <p:cNvSpPr txBox="1"/>
          <p:nvPr/>
        </p:nvSpPr>
        <p:spPr>
          <a:xfrm>
            <a:off x="1239083" y="1575717"/>
            <a:ext cx="254683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 b="1">
                <a:latin typeface="Fahkwang Light"/>
                <a:cs typeface="Fahkwang Ligh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143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E82683-3F3C-A365-0C57-F71C42C15A3C}"/>
              </a:ext>
            </a:extLst>
          </p:cNvPr>
          <p:cNvSpPr txBox="1"/>
          <p:nvPr/>
        </p:nvSpPr>
        <p:spPr>
          <a:xfrm>
            <a:off x="51661" y="-484322"/>
            <a:ext cx="8046203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en-US" sz="3200">
                <a:latin typeface="Nyala"/>
                <a:cs typeface="Fahkwang Light"/>
              </a:rPr>
            </a:br>
            <a:r>
              <a:rPr lang="en-US" sz="3200">
                <a:latin typeface="Nyala"/>
                <a:cs typeface="Fahkwang Light"/>
              </a:rPr>
              <a:t>À chaque frame, le programme lit les commandes du joueur, met à jour les positions et les collisions, puis affiche tous les éléments à l’écran.</a:t>
            </a:r>
            <a:br>
              <a:rPr lang="en-US" sz="3200">
                <a:latin typeface="Nyala"/>
                <a:cs typeface="Fahkwang Light"/>
              </a:rPr>
            </a:br>
            <a:r>
              <a:rPr lang="en-US" sz="3200">
                <a:latin typeface="Nyala"/>
                <a:cs typeface="Fahkwang Light"/>
              </a:rPr>
              <a:t>Cette boucle se répète environ 60 fois par seconde pour garantir la fluidité.</a:t>
            </a:r>
          </a:p>
          <a:p>
            <a:pPr algn="ctr"/>
            <a:endParaRPr lang="en-US" sz="3200">
              <a:latin typeface="Nyala"/>
              <a:cs typeface="Fahkwang Ligh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F0E63DC-D862-232A-DD98-72C49C644980}"/>
                  </a:ext>
                </a:extLst>
              </p14:cNvPr>
              <p14:cNvContentPartPr/>
              <p14:nvPr/>
            </p14:nvContentPartPr>
            <p14:xfrm>
              <a:off x="8666136" y="1181746"/>
              <a:ext cx="19372" cy="19372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F0E63DC-D862-232A-DD98-72C49C6449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97536" y="213146"/>
                <a:ext cx="1937200" cy="193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E4A1A5A0-9AC0-3B27-AAD0-B99D14B863B9}"/>
              </a:ext>
            </a:extLst>
          </p:cNvPr>
          <p:cNvGrpSpPr/>
          <p:nvPr/>
        </p:nvGrpSpPr>
        <p:grpSpPr>
          <a:xfrm>
            <a:off x="8191578" y="-129278"/>
            <a:ext cx="3504798" cy="6983706"/>
            <a:chOff x="6099307" y="-103447"/>
            <a:chExt cx="3504798" cy="698370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9134902-B3BF-DE2C-69FC-258AAC9ACD02}"/>
                </a:ext>
              </a:extLst>
            </p:cNvPr>
            <p:cNvGrpSpPr/>
            <p:nvPr/>
          </p:nvGrpSpPr>
          <p:grpSpPr>
            <a:xfrm>
              <a:off x="6099307" y="-103447"/>
              <a:ext cx="3504798" cy="6533721"/>
              <a:chOff x="5711849" y="503571"/>
              <a:chExt cx="3504798" cy="653372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195D23A-85CD-6686-1E22-4935B9EE61C8}"/>
                  </a:ext>
                </a:extLst>
              </p:cNvPr>
              <p:cNvSpPr/>
              <p:nvPr/>
            </p:nvSpPr>
            <p:spPr>
              <a:xfrm>
                <a:off x="5718112" y="503571"/>
                <a:ext cx="3473073" cy="1032727"/>
              </a:xfrm>
              <a:prstGeom prst="rect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err="1"/>
                  <a:t>MenuState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A7D261E-751C-B419-3608-3EB039D39C70}"/>
                  </a:ext>
                </a:extLst>
              </p:cNvPr>
              <p:cNvSpPr/>
              <p:nvPr/>
            </p:nvSpPr>
            <p:spPr>
              <a:xfrm>
                <a:off x="8093902" y="916162"/>
                <a:ext cx="890434" cy="471171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Start</a:t>
                </a:r>
              </a:p>
            </p:txBody>
          </p:sp>
          <p:sp>
            <p:nvSpPr>
              <p:cNvPr id="16" name="Arrow: Down 15">
                <a:extLst>
                  <a:ext uri="{FF2B5EF4-FFF2-40B4-BE49-F238E27FC236}">
                    <a16:creationId xmlns:a16="http://schemas.microsoft.com/office/drawing/2014/main" id="{ADC634DC-A0AA-BD42-A09D-4746E8FFB4A4}"/>
                  </a:ext>
                </a:extLst>
              </p:cNvPr>
              <p:cNvSpPr/>
              <p:nvPr/>
            </p:nvSpPr>
            <p:spPr>
              <a:xfrm>
                <a:off x="7209362" y="1542582"/>
                <a:ext cx="425977" cy="58691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2A3A74D-2383-D4FF-E205-B2EFD5637524}"/>
                  </a:ext>
                </a:extLst>
              </p:cNvPr>
              <p:cNvSpPr/>
              <p:nvPr/>
            </p:nvSpPr>
            <p:spPr>
              <a:xfrm>
                <a:off x="5718338" y="2142700"/>
                <a:ext cx="3407820" cy="6128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Input(clavier)</a:t>
                </a:r>
              </a:p>
            </p:txBody>
          </p:sp>
          <p:sp>
            <p:nvSpPr>
              <p:cNvPr id="18" name="Arrow: Down 17">
                <a:extLst>
                  <a:ext uri="{FF2B5EF4-FFF2-40B4-BE49-F238E27FC236}">
                    <a16:creationId xmlns:a16="http://schemas.microsoft.com/office/drawing/2014/main" id="{9FB35835-5FFF-5985-92A5-BCB34525F14F}"/>
                  </a:ext>
                </a:extLst>
              </p:cNvPr>
              <p:cNvSpPr/>
              <p:nvPr/>
            </p:nvSpPr>
            <p:spPr>
              <a:xfrm>
                <a:off x="7209361" y="2769530"/>
                <a:ext cx="425977" cy="58691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071B789-A533-2A86-E6E2-9435B6FA0CB5}"/>
                  </a:ext>
                </a:extLst>
              </p:cNvPr>
              <p:cNvSpPr/>
              <p:nvPr/>
            </p:nvSpPr>
            <p:spPr>
              <a:xfrm>
                <a:off x="5711849" y="3336920"/>
                <a:ext cx="3401413" cy="140698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Update:</a:t>
                </a:r>
              </a:p>
              <a:p>
                <a:pPr algn="ctr"/>
                <a:r>
                  <a:rPr lang="en-US"/>
                  <a:t>Position des objects</a:t>
                </a:r>
              </a:p>
              <a:p>
                <a:pPr algn="ctr"/>
                <a:r>
                  <a:rPr lang="en-US"/>
                  <a:t>Detection des collisions</a:t>
                </a:r>
              </a:p>
              <a:p>
                <a:pPr algn="ctr"/>
                <a:r>
                  <a:rPr lang="en-US" err="1"/>
                  <a:t>Calcul</a:t>
                </a:r>
                <a:r>
                  <a:rPr lang="en-US"/>
                  <a:t> du score</a:t>
                </a:r>
              </a:p>
            </p:txBody>
          </p:sp>
          <p:sp>
            <p:nvSpPr>
              <p:cNvPr id="20" name="Arrow: Down 19">
                <a:extLst>
                  <a:ext uri="{FF2B5EF4-FFF2-40B4-BE49-F238E27FC236}">
                    <a16:creationId xmlns:a16="http://schemas.microsoft.com/office/drawing/2014/main" id="{FCCE588F-B46C-066D-DCD6-A0CAF847D9F2}"/>
                  </a:ext>
                </a:extLst>
              </p:cNvPr>
              <p:cNvSpPr/>
              <p:nvPr/>
            </p:nvSpPr>
            <p:spPr>
              <a:xfrm>
                <a:off x="7209361" y="4745564"/>
                <a:ext cx="425977" cy="58691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04F02EE-413C-3139-7B52-9327686D4757}"/>
                  </a:ext>
                </a:extLst>
              </p:cNvPr>
              <p:cNvSpPr/>
              <p:nvPr/>
            </p:nvSpPr>
            <p:spPr>
              <a:xfrm>
                <a:off x="5712013" y="5337758"/>
                <a:ext cx="3504634" cy="11036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Render:</a:t>
                </a:r>
              </a:p>
              <a:p>
                <a:pPr algn="ctr"/>
                <a:r>
                  <a:rPr lang="en-US" err="1"/>
                  <a:t>Affichage</a:t>
                </a:r>
                <a:r>
                  <a:rPr lang="en-US"/>
                  <a:t> du </a:t>
                </a:r>
                <a:r>
                  <a:rPr lang="en-US" err="1"/>
                  <a:t>joueur,ennemis,obstacles,ciel</a:t>
                </a:r>
                <a:r>
                  <a:rPr lang="en-US"/>
                  <a:t>,...</a:t>
                </a:r>
              </a:p>
            </p:txBody>
          </p:sp>
          <p:sp>
            <p:nvSpPr>
              <p:cNvPr id="22" name="Arrow: Down 21">
                <a:extLst>
                  <a:ext uri="{FF2B5EF4-FFF2-40B4-BE49-F238E27FC236}">
                    <a16:creationId xmlns:a16="http://schemas.microsoft.com/office/drawing/2014/main" id="{F3132862-3B95-516D-D0D8-4F7654309174}"/>
                  </a:ext>
                </a:extLst>
              </p:cNvPr>
              <p:cNvSpPr/>
              <p:nvPr/>
            </p:nvSpPr>
            <p:spPr>
              <a:xfrm>
                <a:off x="7261021" y="6450377"/>
                <a:ext cx="425977" cy="58691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7AC1FE2-697D-33FA-2577-280D964DFDE7}"/>
                </a:ext>
              </a:extLst>
            </p:cNvPr>
            <p:cNvSpPr/>
            <p:nvPr/>
          </p:nvSpPr>
          <p:spPr>
            <a:xfrm>
              <a:off x="7054234" y="6434939"/>
              <a:ext cx="1607363" cy="4453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60secondes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B4A1CC0-D680-301E-AF43-F4D4EC9F8DC6}"/>
              </a:ext>
            </a:extLst>
          </p:cNvPr>
          <p:cNvSpPr txBox="1"/>
          <p:nvPr/>
        </p:nvSpPr>
        <p:spPr>
          <a:xfrm>
            <a:off x="51662" y="2460357"/>
            <a:ext cx="8227015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>
                <a:latin typeface="Nyala"/>
                <a:cs typeface="Angsana New"/>
              </a:rPr>
              <a:t>public void display(</a:t>
            </a:r>
            <a:r>
              <a:rPr lang="en-US" sz="2800" err="1">
                <a:latin typeface="Nyala"/>
                <a:cs typeface="Angsana New"/>
              </a:rPr>
              <a:t>GLAutoDrawable</a:t>
            </a:r>
            <a:r>
              <a:rPr lang="en-US" sz="2800">
                <a:latin typeface="Nyala"/>
                <a:cs typeface="Angsana New"/>
              </a:rPr>
              <a:t> drawable){</a:t>
            </a:r>
          </a:p>
          <a:p>
            <a:pPr algn="just"/>
            <a:r>
              <a:rPr lang="en-US" sz="2800" err="1">
                <a:latin typeface="Nyala"/>
                <a:ea typeface="+mn-lt"/>
                <a:cs typeface="Angsana New"/>
              </a:rPr>
              <a:t>gl.glClear</a:t>
            </a:r>
            <a:r>
              <a:rPr lang="en-US" sz="2800">
                <a:latin typeface="Nyala"/>
                <a:ea typeface="+mn-lt"/>
                <a:cs typeface="Angsana New"/>
              </a:rPr>
              <a:t>(GL2.GL_COLOR_BUFFER_BIT); // 1. Effacer </a:t>
            </a:r>
            <a:r>
              <a:rPr lang="en-US" sz="2800" err="1">
                <a:latin typeface="Nyala"/>
                <a:ea typeface="+mn-lt"/>
                <a:cs typeface="Angsana New"/>
              </a:rPr>
              <a:t>l'écran</a:t>
            </a:r>
            <a:r>
              <a:rPr lang="en-US" sz="2800">
                <a:latin typeface="Nyala"/>
                <a:ea typeface="+mn-lt"/>
                <a:cs typeface="Angsana New"/>
              </a:rPr>
              <a:t>  </a:t>
            </a:r>
          </a:p>
          <a:p>
            <a:pPr algn="just"/>
            <a:r>
              <a:rPr lang="en-US" sz="2800" err="1">
                <a:latin typeface="Nyala"/>
                <a:ea typeface="+mn-lt"/>
                <a:cs typeface="Angsana New"/>
              </a:rPr>
              <a:t>renderSky</a:t>
            </a:r>
            <a:r>
              <a:rPr lang="en-US" sz="2800">
                <a:latin typeface="Nyala"/>
                <a:ea typeface="+mn-lt"/>
                <a:cs typeface="Angsana New"/>
              </a:rPr>
              <a:t>(</a:t>
            </a:r>
            <a:r>
              <a:rPr lang="en-US" sz="2800" err="1">
                <a:latin typeface="Nyala"/>
                <a:ea typeface="+mn-lt"/>
                <a:cs typeface="Angsana New"/>
              </a:rPr>
              <a:t>gl</a:t>
            </a:r>
            <a:r>
              <a:rPr lang="en-US" sz="2800">
                <a:latin typeface="Nyala"/>
                <a:ea typeface="+mn-lt"/>
                <a:cs typeface="Angsana New"/>
              </a:rPr>
              <a:t>);//</a:t>
            </a:r>
            <a:r>
              <a:rPr lang="en-US" sz="2800" err="1">
                <a:latin typeface="Nyala"/>
                <a:ea typeface="+mn-lt"/>
                <a:cs typeface="Angsana New"/>
              </a:rPr>
              <a:t>pou</a:t>
            </a:r>
            <a:r>
              <a:rPr lang="en-US" sz="2800">
                <a:latin typeface="Nyala"/>
                <a:ea typeface="+mn-lt"/>
                <a:cs typeface="Angsana New"/>
              </a:rPr>
              <a:t>r </a:t>
            </a:r>
            <a:r>
              <a:rPr lang="en-US" sz="2800" err="1">
                <a:latin typeface="Nyala"/>
                <a:ea typeface="+mn-lt"/>
                <a:cs typeface="Angsana New"/>
              </a:rPr>
              <a:t>afficher</a:t>
            </a:r>
            <a:r>
              <a:rPr lang="en-US" sz="2800">
                <a:latin typeface="Nyala"/>
                <a:ea typeface="+mn-lt"/>
                <a:cs typeface="Angsana New"/>
              </a:rPr>
              <a:t> le sky</a:t>
            </a:r>
          </a:p>
          <a:p>
            <a:pPr algn="just"/>
            <a:r>
              <a:rPr lang="en-US" sz="2800">
                <a:latin typeface="Nyala"/>
                <a:ea typeface="+mn-lt"/>
                <a:cs typeface="Angsana New"/>
              </a:rPr>
              <a:t> </a:t>
            </a:r>
            <a:r>
              <a:rPr lang="en-US" sz="2800" err="1">
                <a:latin typeface="Nyala"/>
                <a:ea typeface="+mn-lt"/>
                <a:cs typeface="Angsana New"/>
              </a:rPr>
              <a:t>renderClouds</a:t>
            </a:r>
            <a:r>
              <a:rPr lang="en-US" sz="2800">
                <a:latin typeface="Nyala"/>
                <a:ea typeface="+mn-lt"/>
                <a:cs typeface="Angsana New"/>
              </a:rPr>
              <a:t>(</a:t>
            </a:r>
            <a:r>
              <a:rPr lang="en-US" sz="2800" err="1">
                <a:latin typeface="Nyala"/>
                <a:ea typeface="+mn-lt"/>
                <a:cs typeface="Angsana New"/>
              </a:rPr>
              <a:t>gl</a:t>
            </a:r>
            <a:r>
              <a:rPr lang="en-US" sz="2800">
                <a:latin typeface="Nyala"/>
                <a:ea typeface="+mn-lt"/>
                <a:cs typeface="Angsana New"/>
              </a:rPr>
              <a:t>);//pour </a:t>
            </a:r>
            <a:r>
              <a:rPr lang="en-US" sz="2800" err="1">
                <a:latin typeface="Nyala"/>
                <a:ea typeface="+mn-lt"/>
                <a:cs typeface="Angsana New"/>
              </a:rPr>
              <a:t>afficher</a:t>
            </a:r>
            <a:r>
              <a:rPr lang="en-US" sz="2800">
                <a:latin typeface="Nyala"/>
                <a:ea typeface="+mn-lt"/>
                <a:cs typeface="Angsana New"/>
              </a:rPr>
              <a:t> le clouds</a:t>
            </a:r>
          </a:p>
          <a:p>
            <a:pPr algn="just"/>
            <a:r>
              <a:rPr lang="en-US" sz="2800">
                <a:latin typeface="Nyala"/>
                <a:ea typeface="+mn-lt"/>
                <a:cs typeface="Angsana New"/>
              </a:rPr>
              <a:t> </a:t>
            </a:r>
            <a:r>
              <a:rPr lang="en-US" sz="2800" err="1">
                <a:latin typeface="Nyala"/>
                <a:ea typeface="+mn-lt"/>
                <a:cs typeface="Angsana New"/>
              </a:rPr>
              <a:t>renderGround</a:t>
            </a:r>
            <a:r>
              <a:rPr lang="en-US" sz="2800">
                <a:latin typeface="Nyala"/>
                <a:ea typeface="+mn-lt"/>
                <a:cs typeface="Angsana New"/>
              </a:rPr>
              <a:t>(</a:t>
            </a:r>
            <a:r>
              <a:rPr lang="en-US" sz="2800" err="1">
                <a:latin typeface="Nyala"/>
                <a:ea typeface="+mn-lt"/>
                <a:cs typeface="Angsana New"/>
              </a:rPr>
              <a:t>gl</a:t>
            </a:r>
            <a:r>
              <a:rPr lang="en-US" sz="2800">
                <a:latin typeface="Nyala"/>
                <a:ea typeface="+mn-lt"/>
                <a:cs typeface="Angsana New"/>
              </a:rPr>
              <a:t>);//pour </a:t>
            </a:r>
            <a:r>
              <a:rPr lang="en-US" sz="2800" err="1">
                <a:latin typeface="Nyala"/>
                <a:ea typeface="+mn-lt"/>
                <a:cs typeface="Angsana New"/>
              </a:rPr>
              <a:t>afficher</a:t>
            </a:r>
            <a:r>
              <a:rPr lang="en-US" sz="2800">
                <a:latin typeface="Nyala"/>
                <a:ea typeface="+mn-lt"/>
                <a:cs typeface="Angsana New"/>
              </a:rPr>
              <a:t> le ground</a:t>
            </a:r>
          </a:p>
          <a:p>
            <a:pPr algn="just"/>
            <a:r>
              <a:rPr lang="en-US" sz="2800">
                <a:latin typeface="Nyala"/>
                <a:ea typeface="+mn-lt"/>
                <a:cs typeface="Angsana New"/>
              </a:rPr>
              <a:t>  if (</a:t>
            </a:r>
            <a:r>
              <a:rPr lang="en-US" sz="2800" err="1">
                <a:latin typeface="Nyala"/>
                <a:ea typeface="+mn-lt"/>
                <a:cs typeface="Angsana New"/>
              </a:rPr>
              <a:t>stateManager</a:t>
            </a:r>
            <a:r>
              <a:rPr lang="en-US" sz="2800">
                <a:latin typeface="Nyala"/>
                <a:ea typeface="+mn-lt"/>
                <a:cs typeface="Angsana New"/>
              </a:rPr>
              <a:t> != null) {</a:t>
            </a:r>
            <a:endParaRPr lang="en-US" sz="2800">
              <a:latin typeface="Nyala"/>
              <a:cs typeface="Angsana New"/>
            </a:endParaRPr>
          </a:p>
          <a:p>
            <a:pPr algn="just"/>
            <a:r>
              <a:rPr lang="en-US" sz="2800">
                <a:latin typeface="Nyala"/>
                <a:ea typeface="+mn-lt"/>
                <a:cs typeface="Angsana New"/>
              </a:rPr>
              <a:t>  </a:t>
            </a:r>
            <a:r>
              <a:rPr lang="en-US" sz="2800" err="1">
                <a:latin typeface="Nyala"/>
                <a:ea typeface="+mn-lt"/>
                <a:cs typeface="Angsana New"/>
              </a:rPr>
              <a:t>stateManager.update</a:t>
            </a:r>
            <a:r>
              <a:rPr lang="en-US" sz="2800">
                <a:latin typeface="Nyala"/>
                <a:ea typeface="+mn-lt"/>
                <a:cs typeface="Angsana New"/>
              </a:rPr>
              <a:t>(this);// 2. </a:t>
            </a:r>
            <a:r>
              <a:rPr lang="en-US" sz="2800" err="1">
                <a:latin typeface="Nyala"/>
                <a:ea typeface="+mn-lt"/>
                <a:cs typeface="Angsana New"/>
              </a:rPr>
              <a:t>Mettre</a:t>
            </a:r>
            <a:r>
              <a:rPr lang="en-US" sz="2800">
                <a:latin typeface="Nyala"/>
                <a:ea typeface="+mn-lt"/>
                <a:cs typeface="Angsana New"/>
              </a:rPr>
              <a:t> à jour la </a:t>
            </a:r>
            <a:r>
              <a:rPr lang="en-US" sz="2800" err="1">
                <a:latin typeface="Nyala"/>
                <a:ea typeface="+mn-lt"/>
                <a:cs typeface="Angsana New"/>
              </a:rPr>
              <a:t>logique</a:t>
            </a:r>
            <a:r>
              <a:rPr lang="en-US" sz="2800">
                <a:latin typeface="Nyala"/>
                <a:ea typeface="+mn-lt"/>
                <a:cs typeface="Angsana New"/>
              </a:rPr>
              <a:t> </a:t>
            </a:r>
            <a:endParaRPr lang="en-US" sz="2800">
              <a:latin typeface="Nyala"/>
              <a:cs typeface="Angsana New"/>
            </a:endParaRPr>
          </a:p>
          <a:p>
            <a:pPr algn="just"/>
            <a:r>
              <a:rPr lang="en-US" sz="2800">
                <a:latin typeface="Nyala"/>
                <a:ea typeface="+mn-lt"/>
                <a:cs typeface="Angsana New"/>
              </a:rPr>
              <a:t>    </a:t>
            </a:r>
            <a:r>
              <a:rPr lang="en-US" sz="2800" err="1">
                <a:latin typeface="Nyala"/>
                <a:ea typeface="+mn-lt"/>
                <a:cs typeface="Angsana New"/>
              </a:rPr>
              <a:t>stateManager.render</a:t>
            </a:r>
            <a:r>
              <a:rPr lang="en-US" sz="2800">
                <a:latin typeface="Nyala"/>
                <a:ea typeface="+mn-lt"/>
                <a:cs typeface="Angsana New"/>
              </a:rPr>
              <a:t>(</a:t>
            </a:r>
            <a:r>
              <a:rPr lang="en-US" sz="2800" err="1">
                <a:latin typeface="Nyala"/>
                <a:ea typeface="+mn-lt"/>
                <a:cs typeface="Angsana New"/>
              </a:rPr>
              <a:t>gl</a:t>
            </a:r>
            <a:r>
              <a:rPr lang="en-US" sz="2800">
                <a:latin typeface="Nyala"/>
                <a:ea typeface="+mn-lt"/>
                <a:cs typeface="Angsana New"/>
              </a:rPr>
              <a:t>, this); // 3. </a:t>
            </a:r>
            <a:r>
              <a:rPr lang="en-US" sz="2800" err="1">
                <a:latin typeface="Nyala"/>
                <a:ea typeface="+mn-lt"/>
                <a:cs typeface="Angsana New"/>
              </a:rPr>
              <a:t>Dessiner</a:t>
            </a:r>
            <a:r>
              <a:rPr lang="en-US" sz="2800">
                <a:latin typeface="Nyala"/>
                <a:ea typeface="+mn-lt"/>
                <a:cs typeface="Angsana New"/>
              </a:rPr>
              <a:t> </a:t>
            </a:r>
            <a:endParaRPr lang="en-US" sz="2800">
              <a:latin typeface="Nyala"/>
              <a:cs typeface="Angsana New"/>
            </a:endParaRPr>
          </a:p>
          <a:p>
            <a:pPr algn="just"/>
            <a:r>
              <a:rPr lang="en-US" sz="2800">
                <a:latin typeface="Nyala"/>
                <a:ea typeface="+mn-lt"/>
                <a:cs typeface="Angsana New"/>
              </a:rPr>
              <a:t>        }</a:t>
            </a:r>
          </a:p>
          <a:p>
            <a:pPr algn="just"/>
            <a:r>
              <a:rPr lang="en-US" sz="2800">
                <a:latin typeface="Nyala"/>
                <a:cs typeface="Angsana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56346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0FF0F6-B42A-25E0-12D9-6E0AB0E629E4}"/>
              </a:ext>
            </a:extLst>
          </p:cNvPr>
          <p:cNvSpPr txBox="1"/>
          <p:nvPr/>
        </p:nvSpPr>
        <p:spPr>
          <a:xfrm>
            <a:off x="3048000" y="0"/>
            <a:ext cx="60960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Nyala"/>
              </a:rPr>
              <a:t>DÉTECTION DE COLLISION </a:t>
            </a:r>
          </a:p>
          <a:p>
            <a:pPr algn="ctr"/>
            <a:endParaRPr lang="en-US" sz="3200">
              <a:latin typeface="Nyala"/>
            </a:endParaRPr>
          </a:p>
        </p:txBody>
      </p:sp>
      <p:sp>
        <p:nvSpPr>
          <p:cNvPr id="7" name="Star: 8 Points 6">
            <a:extLst>
              <a:ext uri="{FF2B5EF4-FFF2-40B4-BE49-F238E27FC236}">
                <a16:creationId xmlns:a16="http://schemas.microsoft.com/office/drawing/2014/main" id="{C38CB397-C53C-61B3-239F-2286D9841969}"/>
              </a:ext>
            </a:extLst>
          </p:cNvPr>
          <p:cNvSpPr/>
          <p:nvPr/>
        </p:nvSpPr>
        <p:spPr>
          <a:xfrm>
            <a:off x="2769221" y="889595"/>
            <a:ext cx="1998440" cy="1474205"/>
          </a:xfrm>
          <a:prstGeom prst="star8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joueur</a:t>
            </a:r>
          </a:p>
        </p:txBody>
      </p:sp>
      <p:sp>
        <p:nvSpPr>
          <p:cNvPr id="8" name="Star: 8 Points 7">
            <a:extLst>
              <a:ext uri="{FF2B5EF4-FFF2-40B4-BE49-F238E27FC236}">
                <a16:creationId xmlns:a16="http://schemas.microsoft.com/office/drawing/2014/main" id="{AE117C32-C6AD-236D-23B8-EEB1EF17428B}"/>
              </a:ext>
            </a:extLst>
          </p:cNvPr>
          <p:cNvSpPr/>
          <p:nvPr/>
        </p:nvSpPr>
        <p:spPr>
          <a:xfrm>
            <a:off x="7008025" y="889594"/>
            <a:ext cx="1962721" cy="1486111"/>
          </a:xfrm>
          <a:prstGeom prst="star8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enemies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274CBCA-15E7-4A86-2F3D-64AA63331323}"/>
              </a:ext>
            </a:extLst>
          </p:cNvPr>
          <p:cNvSpPr/>
          <p:nvPr/>
        </p:nvSpPr>
        <p:spPr>
          <a:xfrm>
            <a:off x="216115" y="439687"/>
            <a:ext cx="2381602" cy="12779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Has :</a:t>
            </a:r>
          </a:p>
          <a:p>
            <a:pPr algn="ctr"/>
            <a:r>
              <a:rPr lang="en-US" err="1"/>
              <a:t>Left,right,top</a:t>
            </a:r>
            <a:r>
              <a:rPr lang="en-US"/>
              <a:t>,</a:t>
            </a:r>
          </a:p>
          <a:p>
            <a:pPr algn="ctr"/>
            <a:r>
              <a:rPr lang="en-US"/>
              <a:t>bottom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CBB5DB-4E2A-1440-0D22-168E9DCDB80F}"/>
              </a:ext>
            </a:extLst>
          </p:cNvPr>
          <p:cNvSpPr/>
          <p:nvPr/>
        </p:nvSpPr>
        <p:spPr>
          <a:xfrm>
            <a:off x="9336302" y="439686"/>
            <a:ext cx="2381602" cy="12779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Has :</a:t>
            </a:r>
          </a:p>
          <a:p>
            <a:pPr algn="ctr"/>
            <a:r>
              <a:rPr lang="en-US" err="1"/>
              <a:t>Left,right,top</a:t>
            </a:r>
            <a:r>
              <a:rPr lang="en-US"/>
              <a:t>,</a:t>
            </a:r>
          </a:p>
          <a:p>
            <a:pPr algn="ctr"/>
            <a:r>
              <a:rPr lang="en-US"/>
              <a:t>bottom</a:t>
            </a:r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33E0D5AA-1409-9D72-4432-E9124125C178}"/>
              </a:ext>
            </a:extLst>
          </p:cNvPr>
          <p:cNvCxnSpPr/>
          <p:nvPr/>
        </p:nvCxnSpPr>
        <p:spPr>
          <a:xfrm flipV="1">
            <a:off x="1026219" y="1665185"/>
            <a:ext cx="1781360" cy="19372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F9D37B23-39FC-C83B-DC15-F05B55DED8D0}"/>
              </a:ext>
            </a:extLst>
          </p:cNvPr>
          <p:cNvCxnSpPr>
            <a:cxnSpLocks/>
          </p:cNvCxnSpPr>
          <p:nvPr/>
        </p:nvCxnSpPr>
        <p:spPr>
          <a:xfrm flipV="1">
            <a:off x="8439574" y="1613523"/>
            <a:ext cx="1781360" cy="19372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video game of a person running in a hallway&#10;&#10;AI-generated content may be incorrect.">
            <a:extLst>
              <a:ext uri="{FF2B5EF4-FFF2-40B4-BE49-F238E27FC236}">
                <a16:creationId xmlns:a16="http://schemas.microsoft.com/office/drawing/2014/main" id="{A014377E-E898-40BC-7CA7-DA5E0D90F2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68" t="17288" r="9749" b="24359"/>
          <a:stretch>
            <a:fillRect/>
          </a:stretch>
        </p:blipFill>
        <p:spPr>
          <a:xfrm>
            <a:off x="4787510" y="542334"/>
            <a:ext cx="2219805" cy="248774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A4ABC9-E762-BDE2-0107-92188E62180C}"/>
              </a:ext>
            </a:extLst>
          </p:cNvPr>
          <p:cNvSpPr txBox="1"/>
          <p:nvPr/>
        </p:nvSpPr>
        <p:spPr>
          <a:xfrm>
            <a:off x="0" y="2881312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Nyala"/>
              </a:rPr>
              <a:t>FORMULES 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8C1FAC-5095-D14F-3980-306C1AEA4E82}"/>
              </a:ext>
            </a:extLst>
          </p:cNvPr>
          <p:cNvSpPr txBox="1"/>
          <p:nvPr/>
        </p:nvSpPr>
        <p:spPr>
          <a:xfrm>
            <a:off x="35718" y="3274219"/>
            <a:ext cx="5464969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latin typeface="Nyala"/>
              </a:rPr>
              <a:t>collisionX</a:t>
            </a:r>
            <a:r>
              <a:rPr lang="en-US" sz="2800">
                <a:latin typeface="Nyala"/>
              </a:rPr>
              <a:t> = (</a:t>
            </a:r>
            <a:r>
              <a:rPr lang="en-US" sz="2800" err="1">
                <a:latin typeface="Nyala"/>
              </a:rPr>
              <a:t>playerRight</a:t>
            </a:r>
            <a:r>
              <a:rPr lang="en-US" sz="2800">
                <a:latin typeface="Nyala"/>
              </a:rPr>
              <a:t> &gt; </a:t>
            </a:r>
            <a:r>
              <a:rPr lang="en-US" sz="2800" err="1">
                <a:latin typeface="Nyala"/>
              </a:rPr>
              <a:t>enemyLeft</a:t>
            </a:r>
            <a:r>
              <a:rPr lang="en-US" sz="2800">
                <a:latin typeface="Nyala"/>
              </a:rPr>
              <a:t>)</a:t>
            </a:r>
          </a:p>
          <a:p>
            <a:r>
              <a:rPr lang="en-US" sz="2800">
                <a:latin typeface="Nyala"/>
              </a:rPr>
              <a:t>      Et </a:t>
            </a:r>
            <a:r>
              <a:rPr lang="en-US" sz="2800" err="1">
                <a:latin typeface="Nyala"/>
              </a:rPr>
              <a:t>playplayerLeft</a:t>
            </a:r>
            <a:r>
              <a:rPr lang="en-US" sz="2800">
                <a:latin typeface="Nyala"/>
              </a:rPr>
              <a:t> &lt; </a:t>
            </a:r>
            <a:r>
              <a:rPr lang="en-US" sz="2800" err="1">
                <a:latin typeface="Nyala"/>
              </a:rPr>
              <a:t>enemyRight</a:t>
            </a:r>
            <a:r>
              <a:rPr lang="en-US" sz="2800">
                <a:latin typeface="Nyala"/>
              </a:rPr>
              <a:t>)</a:t>
            </a:r>
          </a:p>
          <a:p>
            <a:r>
              <a:rPr lang="en-US" sz="2800" err="1">
                <a:latin typeface="Nyala"/>
              </a:rPr>
              <a:t>collisionY</a:t>
            </a:r>
            <a:r>
              <a:rPr lang="en-US" sz="2800">
                <a:latin typeface="Nyala"/>
              </a:rPr>
              <a:t> = (</a:t>
            </a:r>
            <a:r>
              <a:rPr lang="en-US" sz="2800" err="1">
                <a:latin typeface="Nyala"/>
              </a:rPr>
              <a:t>playerBottom</a:t>
            </a:r>
            <a:r>
              <a:rPr lang="en-US" sz="2800">
                <a:latin typeface="Nyala"/>
              </a:rPr>
              <a:t> &gt; </a:t>
            </a:r>
            <a:r>
              <a:rPr lang="en-US" sz="2800" err="1">
                <a:latin typeface="Nyala"/>
              </a:rPr>
              <a:t>enemyTop</a:t>
            </a:r>
            <a:r>
              <a:rPr lang="en-US" sz="2800">
                <a:latin typeface="Nyala"/>
              </a:rPr>
              <a:t>)</a:t>
            </a:r>
          </a:p>
          <a:p>
            <a:r>
              <a:rPr lang="en-US" sz="2800">
                <a:latin typeface="Nyala"/>
              </a:rPr>
              <a:t>      ET (</a:t>
            </a:r>
            <a:r>
              <a:rPr lang="en-US" sz="2800" err="1">
                <a:latin typeface="Nyala"/>
              </a:rPr>
              <a:t>playerTop</a:t>
            </a:r>
            <a:r>
              <a:rPr lang="en-US" sz="2800">
                <a:latin typeface="Nyala"/>
              </a:rPr>
              <a:t> &lt; </a:t>
            </a:r>
            <a:r>
              <a:rPr lang="en-US" sz="2800" err="1">
                <a:latin typeface="Nyala"/>
              </a:rPr>
              <a:t>enemyBottom</a:t>
            </a:r>
            <a:r>
              <a:rPr lang="en-US" sz="2800">
                <a:latin typeface="Nyala"/>
              </a:rPr>
              <a:t>) </a:t>
            </a:r>
            <a:endParaRPr lang="en-US"/>
          </a:p>
          <a:p>
            <a:r>
              <a:rPr lang="en-US" sz="2800">
                <a:latin typeface="Nyala"/>
              </a:rPr>
              <a:t>collision = </a:t>
            </a:r>
            <a:r>
              <a:rPr lang="en-US" sz="2800" err="1">
                <a:latin typeface="Nyala"/>
              </a:rPr>
              <a:t>collisionX</a:t>
            </a:r>
            <a:r>
              <a:rPr lang="en-US" sz="2800">
                <a:latin typeface="Nyala"/>
              </a:rPr>
              <a:t> ET </a:t>
            </a:r>
            <a:r>
              <a:rPr lang="en-US" sz="2800" err="1">
                <a:latin typeface="Nyala"/>
              </a:rPr>
              <a:t>collisionY</a:t>
            </a:r>
            <a:r>
              <a:rPr lang="en-US" sz="2800">
                <a:latin typeface="Nyala"/>
              </a:rPr>
              <a:t>  </a:t>
            </a: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98350-90B6-34D2-C343-01B6DB4E355A}"/>
              </a:ext>
            </a:extLst>
          </p:cNvPr>
          <p:cNvSpPr txBox="1"/>
          <p:nvPr/>
        </p:nvSpPr>
        <p:spPr>
          <a:xfrm>
            <a:off x="6334126" y="3274219"/>
            <a:ext cx="5607843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Nyala"/>
              </a:rPr>
              <a:t>private </a:t>
            </a:r>
            <a:r>
              <a:rPr lang="en-US" sz="2800" err="1">
                <a:latin typeface="Nyala"/>
              </a:rPr>
              <a:t>boolean</a:t>
            </a:r>
            <a:r>
              <a:rPr lang="en-US" sz="2800">
                <a:latin typeface="Nyala"/>
              </a:rPr>
              <a:t> </a:t>
            </a:r>
            <a:r>
              <a:rPr lang="en-US" sz="2800" err="1">
                <a:latin typeface="Nyala"/>
              </a:rPr>
              <a:t>checkCollision</a:t>
            </a:r>
            <a:r>
              <a:rPr lang="en-US" sz="2800">
                <a:latin typeface="Nyala"/>
              </a:rPr>
              <a:t>(Player p,</a:t>
            </a:r>
            <a:endParaRPr lang="en-US"/>
          </a:p>
          <a:p>
            <a:r>
              <a:rPr lang="en-US" sz="2800">
                <a:latin typeface="Nyala"/>
              </a:rPr>
              <a:t> double x, double y, double </a:t>
            </a:r>
            <a:r>
              <a:rPr lang="en-US" sz="2800" err="1">
                <a:latin typeface="Nyala"/>
              </a:rPr>
              <a:t>w,double</a:t>
            </a:r>
            <a:r>
              <a:rPr lang="en-US" sz="2800">
                <a:latin typeface="Nyala"/>
              </a:rPr>
              <a:t> h) { </a:t>
            </a:r>
            <a:endParaRPr lang="en-US"/>
          </a:p>
          <a:p>
            <a:r>
              <a:rPr lang="en-US" sz="2800">
                <a:latin typeface="Nyala"/>
              </a:rPr>
              <a:t>return </a:t>
            </a:r>
            <a:r>
              <a:rPr lang="en-US" sz="2800" err="1">
                <a:latin typeface="Nyala"/>
              </a:rPr>
              <a:t>p.x</a:t>
            </a:r>
            <a:r>
              <a:rPr lang="en-US" sz="2800">
                <a:latin typeface="Nyala"/>
              </a:rPr>
              <a:t> &lt; </a:t>
            </a:r>
            <a:r>
              <a:rPr lang="en-US" sz="2800" err="1">
                <a:latin typeface="Nyala"/>
              </a:rPr>
              <a:t>x+w</a:t>
            </a:r>
            <a:r>
              <a:rPr lang="en-US" sz="2800">
                <a:latin typeface="Nyala"/>
              </a:rPr>
              <a:t> &amp;&amp; </a:t>
            </a:r>
            <a:r>
              <a:rPr lang="en-US" sz="2800" err="1">
                <a:latin typeface="Nyala"/>
              </a:rPr>
              <a:t>p.x+p.width</a:t>
            </a:r>
            <a:r>
              <a:rPr lang="en-US" sz="2800">
                <a:latin typeface="Nyala"/>
              </a:rPr>
              <a:t> &gt; x</a:t>
            </a:r>
          </a:p>
          <a:p>
            <a:r>
              <a:rPr lang="en-US" sz="2800">
                <a:latin typeface="Nyala"/>
              </a:rPr>
              <a:t> &amp;&amp; </a:t>
            </a:r>
            <a:r>
              <a:rPr lang="en-US" sz="2800" err="1">
                <a:latin typeface="Nyala"/>
              </a:rPr>
              <a:t>p.y</a:t>
            </a:r>
            <a:r>
              <a:rPr lang="en-US" sz="2800">
                <a:latin typeface="Nyala"/>
              </a:rPr>
              <a:t> &lt; </a:t>
            </a:r>
            <a:r>
              <a:rPr lang="en-US" sz="2800" err="1">
                <a:latin typeface="Nyala"/>
              </a:rPr>
              <a:t>y+h</a:t>
            </a:r>
            <a:r>
              <a:rPr lang="en-US" sz="2800">
                <a:latin typeface="Nyala"/>
              </a:rPr>
              <a:t> &amp;&amp; </a:t>
            </a:r>
            <a:r>
              <a:rPr lang="en-US" sz="2800" err="1">
                <a:latin typeface="Nyala"/>
              </a:rPr>
              <a:t>p.y+p.height</a:t>
            </a:r>
            <a:r>
              <a:rPr lang="en-US" sz="2800">
                <a:latin typeface="Nyala"/>
              </a:rPr>
              <a:t> &gt; y; </a:t>
            </a:r>
            <a:endParaRPr lang="en-US"/>
          </a:p>
          <a:p>
            <a:r>
              <a:rPr lang="en-US" sz="2800">
                <a:latin typeface="Nyala"/>
              </a:rPr>
              <a:t>}</a:t>
            </a:r>
          </a:p>
          <a:p>
            <a:pPr algn="ctr"/>
            <a:endParaRPr lang="en-US" sz="2800">
              <a:latin typeface="Nyala"/>
            </a:endParaRPr>
          </a:p>
        </p:txBody>
      </p:sp>
    </p:spTree>
    <p:extLst>
      <p:ext uri="{BB962C8B-B14F-4D97-AF65-F5344CB8AC3E}">
        <p14:creationId xmlns:p14="http://schemas.microsoft.com/office/powerpoint/2010/main" val="1784142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 descr="Explosion Bomb Tnt - Free vector graphic on Pixabay">
            <a:extLst>
              <a:ext uri="{FF2B5EF4-FFF2-40B4-BE49-F238E27FC236}">
                <a16:creationId xmlns:a16="http://schemas.microsoft.com/office/drawing/2014/main" id="{AAD27523-4EFA-6058-427A-6F0AF27E1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10" y="1058049"/>
            <a:ext cx="4737650" cy="47641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8B1C7E-4C33-6A2F-CCCF-80A6D2A03F55}"/>
              </a:ext>
            </a:extLst>
          </p:cNvPr>
          <p:cNvSpPr txBox="1"/>
          <p:nvPr/>
        </p:nvSpPr>
        <p:spPr>
          <a:xfrm>
            <a:off x="1067053" y="809025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i="0" dirty="0">
                <a:solidFill>
                  <a:srgbClr val="000000"/>
                </a:solidFill>
                <a:latin typeface="Nyala"/>
                <a:ea typeface="quote-cjk-patch"/>
                <a:cs typeface="quote-cjk-patch"/>
              </a:rPr>
              <a:t>Système de </a:t>
            </a:r>
            <a:r>
              <a:rPr lang="en-US" sz="3600" i="0" dirty="0" err="1">
                <a:solidFill>
                  <a:srgbClr val="000000"/>
                </a:solidFill>
                <a:latin typeface="Nyala"/>
                <a:ea typeface="quote-cjk-patch"/>
                <a:cs typeface="quote-cjk-patch"/>
              </a:rPr>
              <a:t>Particules</a:t>
            </a:r>
            <a:endParaRPr lang="en-US" sz="3600" i="0" dirty="0">
              <a:solidFill>
                <a:srgbClr val="000000"/>
              </a:solidFill>
              <a:latin typeface="Nyala"/>
              <a:ea typeface="quote-cjk-patch"/>
              <a:cs typeface="quote-cjk-patch"/>
            </a:endParaRPr>
          </a:p>
          <a:p>
            <a:pPr algn="ctr"/>
            <a:endParaRPr lang="en-US" sz="3600" dirty="0">
              <a:solidFill>
                <a:srgbClr val="000000"/>
              </a:solidFill>
              <a:latin typeface="Nyal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F2D6E4-028A-A270-6388-CAA4A439242A}"/>
              </a:ext>
            </a:extLst>
          </p:cNvPr>
          <p:cNvSpPr/>
          <p:nvPr/>
        </p:nvSpPr>
        <p:spPr>
          <a:xfrm>
            <a:off x="659033" y="2538379"/>
            <a:ext cx="5436967" cy="17812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Nyala"/>
              </a:rPr>
              <a:t>💥 Explosion </a:t>
            </a:r>
            <a:r>
              <a:rPr lang="en-US" sz="2800" dirty="0" err="1">
                <a:solidFill>
                  <a:schemeClr val="tx1"/>
                </a:solidFill>
                <a:latin typeface="Nyala"/>
              </a:rPr>
              <a:t>quand</a:t>
            </a:r>
            <a:r>
              <a:rPr lang="en-US" sz="2800" dirty="0">
                <a:solidFill>
                  <a:schemeClr val="tx1"/>
                </a:solidFill>
                <a:latin typeface="Nyala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Nyala"/>
              </a:rPr>
              <a:t>ennemi</a:t>
            </a:r>
            <a:r>
              <a:rPr lang="en-US" sz="2800" dirty="0">
                <a:solidFill>
                  <a:schemeClr val="tx1"/>
                </a:solidFill>
                <a:latin typeface="Nyala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Nyala"/>
              </a:rPr>
              <a:t>tué</a:t>
            </a:r>
            <a:r>
              <a:rPr lang="en-US" sz="2800" dirty="0">
                <a:solidFill>
                  <a:schemeClr val="tx1"/>
                </a:solidFill>
                <a:latin typeface="Nyala"/>
              </a:rPr>
              <a:t>   </a:t>
            </a:r>
          </a:p>
          <a:p>
            <a:r>
              <a:rPr lang="en-US" sz="2800" dirty="0">
                <a:solidFill>
                  <a:schemeClr val="tx1"/>
                </a:solidFill>
                <a:latin typeface="Nyala"/>
              </a:rPr>
              <a:t>✨ Brillance </a:t>
            </a:r>
            <a:r>
              <a:rPr lang="en-US" sz="2800" dirty="0" err="1">
                <a:solidFill>
                  <a:schemeClr val="tx1"/>
                </a:solidFill>
                <a:latin typeface="Nyala"/>
              </a:rPr>
              <a:t>quand</a:t>
            </a:r>
            <a:r>
              <a:rPr lang="en-US" sz="2800" dirty="0">
                <a:solidFill>
                  <a:schemeClr val="tx1"/>
                </a:solidFill>
                <a:latin typeface="Nyala"/>
              </a:rPr>
              <a:t> pièce </a:t>
            </a:r>
            <a:r>
              <a:rPr lang="en-US" sz="2800" dirty="0" err="1">
                <a:solidFill>
                  <a:schemeClr val="tx1"/>
                </a:solidFill>
                <a:latin typeface="Nyala"/>
              </a:rPr>
              <a:t>collectée</a:t>
            </a:r>
            <a:r>
              <a:rPr lang="en-US" sz="2800" dirty="0">
                <a:solidFill>
                  <a:schemeClr val="tx1"/>
                </a:solidFill>
                <a:latin typeface="Nyala"/>
              </a:rPr>
              <a:t> </a:t>
            </a:r>
          </a:p>
          <a:p>
            <a:r>
              <a:rPr lang="en-US" sz="2800" dirty="0">
                <a:solidFill>
                  <a:schemeClr val="tx1"/>
                </a:solidFill>
                <a:latin typeface="Nyala"/>
              </a:rPr>
              <a:t>🎉 </a:t>
            </a:r>
            <a:r>
              <a:rPr lang="en-US" sz="2800" dirty="0" err="1">
                <a:solidFill>
                  <a:schemeClr val="tx1"/>
                </a:solidFill>
                <a:latin typeface="Nyala"/>
              </a:rPr>
              <a:t>Célébration</a:t>
            </a:r>
            <a:r>
              <a:rPr lang="en-US" sz="2800" dirty="0">
                <a:solidFill>
                  <a:schemeClr val="tx1"/>
                </a:solidFill>
                <a:latin typeface="Nyala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Nyala"/>
              </a:rPr>
              <a:t>quand</a:t>
            </a:r>
            <a:r>
              <a:rPr lang="en-US" sz="2800" dirty="0">
                <a:solidFill>
                  <a:schemeClr val="tx1"/>
                </a:solidFill>
                <a:latin typeface="Nyala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Nyala"/>
              </a:rPr>
              <a:t>niveau</a:t>
            </a:r>
            <a:r>
              <a:rPr lang="en-US" sz="2800" dirty="0">
                <a:solidFill>
                  <a:schemeClr val="tx1"/>
                </a:solidFill>
                <a:latin typeface="Nyala"/>
              </a:rPr>
              <a:t> supérieur</a:t>
            </a:r>
          </a:p>
        </p:txBody>
      </p:sp>
    </p:spTree>
    <p:extLst>
      <p:ext uri="{BB962C8B-B14F-4D97-AF65-F5344CB8AC3E}">
        <p14:creationId xmlns:p14="http://schemas.microsoft.com/office/powerpoint/2010/main" val="205823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8F188A-BB1C-14B0-8E7E-CDAF518195C8}"/>
              </a:ext>
            </a:extLst>
          </p:cNvPr>
          <p:cNvSpPr txBox="1"/>
          <p:nvPr/>
        </p:nvSpPr>
        <p:spPr>
          <a:xfrm>
            <a:off x="4255996" y="3123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latin typeface="Nyala"/>
              </a:rPr>
              <a:t> Gestion des États</a:t>
            </a:r>
          </a:p>
          <a:p>
            <a:pPr algn="ctr"/>
            <a:endParaRPr lang="en-US" sz="3600">
              <a:latin typeface="Nyala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610879-387A-ADC1-85C1-5AC98D02FE19}"/>
              </a:ext>
            </a:extLst>
          </p:cNvPr>
          <p:cNvGrpSpPr/>
          <p:nvPr/>
        </p:nvGrpSpPr>
        <p:grpSpPr>
          <a:xfrm>
            <a:off x="625625" y="781797"/>
            <a:ext cx="10518627" cy="5109273"/>
            <a:chOff x="2268686" y="198390"/>
            <a:chExt cx="8982722" cy="370760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1C50859-62D8-04D7-84A1-3C3FFD5CF93D}"/>
                </a:ext>
              </a:extLst>
            </p:cNvPr>
            <p:cNvSpPr/>
            <p:nvPr/>
          </p:nvSpPr>
          <p:spPr>
            <a:xfrm>
              <a:off x="5524480" y="198390"/>
              <a:ext cx="2380907" cy="50341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err="1">
                  <a:latin typeface="Nyala"/>
                </a:rPr>
                <a:t>GameStat</a:t>
              </a:r>
              <a:r>
                <a:rPr lang="en-US" sz="3200">
                  <a:latin typeface="Nyala"/>
                </a:rPr>
                <a:t>e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5613FD1-9A84-A5A0-15F4-EF335623C9CB}"/>
                </a:ext>
              </a:extLst>
            </p:cNvPr>
            <p:cNvCxnSpPr/>
            <p:nvPr/>
          </p:nvCxnSpPr>
          <p:spPr>
            <a:xfrm>
              <a:off x="6614245" y="710621"/>
              <a:ext cx="6840" cy="4144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Arrow: Left-Right-Up 9">
              <a:extLst>
                <a:ext uri="{FF2B5EF4-FFF2-40B4-BE49-F238E27FC236}">
                  <a16:creationId xmlns:a16="http://schemas.microsoft.com/office/drawing/2014/main" id="{0961672F-541C-B846-17AE-1F301E679580}"/>
                </a:ext>
              </a:extLst>
            </p:cNvPr>
            <p:cNvSpPr/>
            <p:nvPr/>
          </p:nvSpPr>
          <p:spPr>
            <a:xfrm rot="10800000">
              <a:off x="4578345" y="918892"/>
              <a:ext cx="4080070" cy="1028075"/>
            </a:xfrm>
            <a:prstGeom prst="leftRight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BEA7B4-69C1-2C9E-A9B9-159793CE6E74}"/>
                </a:ext>
              </a:extLst>
            </p:cNvPr>
            <p:cNvSpPr/>
            <p:nvPr/>
          </p:nvSpPr>
          <p:spPr>
            <a:xfrm>
              <a:off x="2268686" y="916840"/>
              <a:ext cx="2172910" cy="5662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err="1">
                  <a:latin typeface="Nyala"/>
                </a:rPr>
                <a:t>MenuState</a:t>
              </a:r>
              <a:endParaRPr lang="en-US" sz="3200">
                <a:latin typeface="Nyala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6D2DFF-8C2B-5AEC-AD78-62B7A917A7C7}"/>
                </a:ext>
              </a:extLst>
            </p:cNvPr>
            <p:cNvSpPr/>
            <p:nvPr/>
          </p:nvSpPr>
          <p:spPr>
            <a:xfrm>
              <a:off x="8795512" y="947233"/>
              <a:ext cx="2455896" cy="54393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err="1">
                  <a:latin typeface="Nyala"/>
                </a:rPr>
                <a:t>PlayState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B0B4A3-6EF4-2537-C852-899DD18D4380}"/>
                </a:ext>
              </a:extLst>
            </p:cNvPr>
            <p:cNvSpPr/>
            <p:nvPr/>
          </p:nvSpPr>
          <p:spPr>
            <a:xfrm>
              <a:off x="5645501" y="2090555"/>
              <a:ext cx="2050297" cy="51505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err="1">
                  <a:latin typeface="Nyala"/>
                </a:rPr>
                <a:t>PauseState</a:t>
              </a:r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E48FFF26-20C5-4AC5-C21C-84646C13BFD0}"/>
                </a:ext>
              </a:extLst>
            </p:cNvPr>
            <p:cNvSpPr/>
            <p:nvPr/>
          </p:nvSpPr>
          <p:spPr>
            <a:xfrm>
              <a:off x="6331975" y="2651133"/>
              <a:ext cx="610391" cy="64327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F9574F7-F773-C98C-558C-09D8024703F2}"/>
                </a:ext>
              </a:extLst>
            </p:cNvPr>
            <p:cNvSpPr/>
            <p:nvPr/>
          </p:nvSpPr>
          <p:spPr>
            <a:xfrm>
              <a:off x="5637532" y="3306080"/>
              <a:ext cx="2249676" cy="59991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err="1">
                  <a:latin typeface="Nyala"/>
                </a:rPr>
                <a:t>GameOverState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C65CDF7-2127-B912-C8BE-16C15FD11483}"/>
              </a:ext>
            </a:extLst>
          </p:cNvPr>
          <p:cNvSpPr/>
          <p:nvPr/>
        </p:nvSpPr>
        <p:spPr>
          <a:xfrm>
            <a:off x="7302105" y="594585"/>
            <a:ext cx="1540567" cy="3823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rgbClr val="000000"/>
                </a:solidFill>
                <a:latin typeface="Nyala"/>
              </a:rPr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3550194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7B9366-AFE2-AC5F-48E8-0B01C949DDE3}"/>
              </a:ext>
            </a:extLst>
          </p:cNvPr>
          <p:cNvSpPr txBox="1"/>
          <p:nvPr/>
        </p:nvSpPr>
        <p:spPr>
          <a:xfrm>
            <a:off x="2323475" y="6246"/>
            <a:ext cx="910652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>
                <a:latin typeface="Nyala"/>
              </a:rPr>
              <a:t>RENDU GRAPHIQUE (JOGL)</a:t>
            </a:r>
          </a:p>
          <a:p>
            <a:pPr algn="ctr"/>
            <a:endParaRPr lang="en-US" sz="6000">
              <a:latin typeface="Nyala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7F91AE9-9012-E9FD-B4B9-11586E82342F}"/>
              </a:ext>
            </a:extLst>
          </p:cNvPr>
          <p:cNvGrpSpPr/>
          <p:nvPr/>
        </p:nvGrpSpPr>
        <p:grpSpPr>
          <a:xfrm>
            <a:off x="5134131" y="1555229"/>
            <a:ext cx="7220262" cy="4400037"/>
            <a:chOff x="462197" y="630836"/>
            <a:chExt cx="7220262" cy="440003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4079379-F45B-64E3-54E1-EBDABC032654}"/>
                </a:ext>
              </a:extLst>
            </p:cNvPr>
            <p:cNvSpPr txBox="1"/>
            <p:nvPr/>
          </p:nvSpPr>
          <p:spPr>
            <a:xfrm>
              <a:off x="462197" y="630836"/>
              <a:ext cx="6096000" cy="107721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200" dirty="0">
                  <a:latin typeface="Nyala"/>
                </a:rPr>
                <a:t>PROCESSUS DE DESSIN</a:t>
              </a:r>
            </a:p>
            <a:p>
              <a:pPr algn="ctr"/>
              <a:endParaRPr lang="en-US" sz="3200" dirty="0">
                <a:latin typeface="Nyal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3BED81D-23D5-4BCA-C997-C0BD3AFCE5FB}"/>
                </a:ext>
              </a:extLst>
            </p:cNvPr>
            <p:cNvSpPr txBox="1"/>
            <p:nvPr/>
          </p:nvSpPr>
          <p:spPr>
            <a:xfrm>
              <a:off x="462197" y="1317885"/>
              <a:ext cx="6096000" cy="107721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200">
                  <a:latin typeface="Nyala"/>
                </a:rPr>
                <a:t>1. </a:t>
              </a:r>
              <a:r>
                <a:rPr lang="en-US" sz="3200" err="1">
                  <a:latin typeface="Nyala"/>
                </a:rPr>
                <a:t>gl.glClear</a:t>
              </a:r>
              <a:r>
                <a:rPr lang="en-US" sz="3200">
                  <a:latin typeface="Nyala"/>
                </a:rPr>
                <a:t>() ──► Effacer </a:t>
              </a:r>
              <a:r>
                <a:rPr lang="en-US" sz="3200" err="1">
                  <a:latin typeface="Nyala"/>
                </a:rPr>
                <a:t>l'écran</a:t>
              </a:r>
              <a:r>
                <a:rPr lang="en-US" sz="3200">
                  <a:latin typeface="Nyala"/>
                </a:rPr>
                <a:t> </a:t>
              </a:r>
            </a:p>
            <a:p>
              <a:pPr algn="ctr"/>
              <a:endParaRPr lang="en-US" sz="3200">
                <a:latin typeface="Nyala"/>
                <a:ea typeface="Meiryo"/>
                <a:cs typeface="Fahkwang Ligh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9AF081-0AD6-A47C-22B1-B4C3758B07ED}"/>
                </a:ext>
              </a:extLst>
            </p:cNvPr>
            <p:cNvSpPr txBox="1"/>
            <p:nvPr/>
          </p:nvSpPr>
          <p:spPr>
            <a:xfrm>
              <a:off x="462197" y="1855033"/>
              <a:ext cx="6096000" cy="107721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200">
                  <a:latin typeface="Nyala"/>
                </a:rPr>
                <a:t>2. renderSky() ──► Dessiner le ciel </a:t>
              </a:r>
            </a:p>
            <a:p>
              <a:pPr algn="ctr"/>
              <a:endParaRPr lang="en-US" sz="3200">
                <a:latin typeface="Nyal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F65AF7A-47FE-4AED-1A85-F3BA8B1C8551}"/>
                </a:ext>
              </a:extLst>
            </p:cNvPr>
            <p:cNvSpPr txBox="1"/>
            <p:nvPr/>
          </p:nvSpPr>
          <p:spPr>
            <a:xfrm>
              <a:off x="462197" y="2342213"/>
              <a:ext cx="7220262" cy="107721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200" dirty="0">
                  <a:latin typeface="Nyala"/>
                </a:rPr>
                <a:t>3. </a:t>
              </a:r>
              <a:r>
                <a:rPr lang="en-US" sz="3200" dirty="0" err="1">
                  <a:latin typeface="Nyala"/>
                </a:rPr>
                <a:t>renderClouds</a:t>
              </a:r>
              <a:r>
                <a:rPr lang="en-US" sz="3200" dirty="0">
                  <a:latin typeface="Nyala"/>
                </a:rPr>
                <a:t>() ──► </a:t>
              </a:r>
              <a:r>
                <a:rPr lang="en-US" sz="3200" dirty="0" err="1">
                  <a:latin typeface="Nyala"/>
                </a:rPr>
                <a:t>Dessiner</a:t>
              </a:r>
              <a:r>
                <a:rPr lang="en-US" sz="3200" dirty="0">
                  <a:latin typeface="Nyala"/>
                </a:rPr>
                <a:t> les </a:t>
              </a:r>
              <a:r>
                <a:rPr lang="en-US" sz="3200" dirty="0" err="1">
                  <a:latin typeface="Nyala"/>
                </a:rPr>
                <a:t>nuages</a:t>
              </a:r>
              <a:endParaRPr lang="en-US" sz="3200" dirty="0">
                <a:latin typeface="Nyala"/>
              </a:endParaRPr>
            </a:p>
            <a:p>
              <a:pPr algn="ctr"/>
              <a:endParaRPr lang="en-US" sz="3200" dirty="0">
                <a:latin typeface="Nyala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EF1C1E3-D7CE-24E0-1DC8-CAB620F714B2}"/>
                </a:ext>
              </a:extLst>
            </p:cNvPr>
            <p:cNvSpPr txBox="1"/>
            <p:nvPr/>
          </p:nvSpPr>
          <p:spPr>
            <a:xfrm>
              <a:off x="462197" y="2929328"/>
              <a:ext cx="6768894" cy="107721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200" dirty="0">
                  <a:latin typeface="Nyala"/>
                </a:rPr>
                <a:t>4. </a:t>
              </a:r>
              <a:r>
                <a:rPr lang="en-US" sz="3200" dirty="0" err="1">
                  <a:latin typeface="Nyala"/>
                </a:rPr>
                <a:t>renderGround</a:t>
              </a:r>
              <a:r>
                <a:rPr lang="en-US" sz="3200" dirty="0">
                  <a:latin typeface="Nyala"/>
                </a:rPr>
                <a:t>() ──► </a:t>
              </a:r>
              <a:r>
                <a:rPr lang="en-US" sz="3200" dirty="0" err="1">
                  <a:latin typeface="Nyala"/>
                </a:rPr>
                <a:t>Dessiner</a:t>
              </a:r>
              <a:r>
                <a:rPr lang="en-US" sz="3200" dirty="0">
                  <a:latin typeface="Nyala"/>
                </a:rPr>
                <a:t> le sol </a:t>
              </a:r>
            </a:p>
            <a:p>
              <a:pPr algn="ctr"/>
              <a:endParaRPr lang="en-US" sz="3200" dirty="0">
                <a:latin typeface="Nyala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EEE2FF-823E-B9F1-E842-AA69B9AC9068}"/>
                </a:ext>
              </a:extLst>
            </p:cNvPr>
            <p:cNvSpPr txBox="1"/>
            <p:nvPr/>
          </p:nvSpPr>
          <p:spPr>
            <a:xfrm>
              <a:off x="462197" y="3467937"/>
              <a:ext cx="6946480" cy="107721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200" dirty="0">
                  <a:latin typeface="Nyala"/>
                </a:rPr>
                <a:t>5. </a:t>
              </a:r>
              <a:r>
                <a:rPr lang="en-US" sz="3200" dirty="0" err="1">
                  <a:latin typeface="Nyala"/>
                </a:rPr>
                <a:t>renderGame</a:t>
              </a:r>
              <a:r>
                <a:rPr lang="en-US" sz="3200" dirty="0">
                  <a:latin typeface="Nyala"/>
                </a:rPr>
                <a:t>() ──► </a:t>
              </a:r>
              <a:r>
                <a:rPr lang="en-US" sz="3200" dirty="0" err="1">
                  <a:latin typeface="Nyala"/>
                </a:rPr>
                <a:t>Dessiner</a:t>
              </a:r>
              <a:r>
                <a:rPr lang="en-US" sz="3200" dirty="0">
                  <a:latin typeface="Nyala"/>
                </a:rPr>
                <a:t> les </a:t>
              </a:r>
              <a:r>
                <a:rPr lang="en-US" sz="3200" dirty="0" err="1">
                  <a:latin typeface="Nyala"/>
                </a:rPr>
                <a:t>objets</a:t>
              </a:r>
              <a:endParaRPr lang="en-US" sz="3200" dirty="0">
                <a:latin typeface="Nyala"/>
              </a:endParaRPr>
            </a:p>
            <a:p>
              <a:pPr algn="ctr"/>
              <a:endParaRPr lang="en-US" sz="3200" dirty="0">
                <a:latin typeface="Nyal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CEF9D7A-4ED5-EBCA-10F9-5ADC56802557}"/>
                </a:ext>
              </a:extLst>
            </p:cNvPr>
            <p:cNvSpPr txBox="1"/>
            <p:nvPr/>
          </p:nvSpPr>
          <p:spPr>
            <a:xfrm>
              <a:off x="462197" y="3953655"/>
              <a:ext cx="7057868" cy="107721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200" dirty="0">
                  <a:latin typeface="Nyala"/>
                </a:rPr>
                <a:t>6. </a:t>
              </a:r>
              <a:r>
                <a:rPr lang="en-US" sz="3200" dirty="0" err="1">
                  <a:latin typeface="Nyala"/>
                </a:rPr>
                <a:t>renderHUD</a:t>
              </a:r>
              <a:r>
                <a:rPr lang="en-US" sz="3200" dirty="0">
                  <a:latin typeface="Nyala"/>
                </a:rPr>
                <a:t>() ──► </a:t>
              </a:r>
              <a:r>
                <a:rPr lang="en-US" sz="3200" dirty="0" err="1">
                  <a:latin typeface="Nyala"/>
                </a:rPr>
                <a:t>Dessiner</a:t>
              </a:r>
              <a:r>
                <a:rPr lang="en-US" sz="3200" dirty="0">
                  <a:latin typeface="Nyala"/>
                </a:rPr>
                <a:t> l'interface </a:t>
              </a:r>
            </a:p>
            <a:p>
              <a:pPr algn="ctr"/>
              <a:endParaRPr lang="en-US" sz="3200" dirty="0">
                <a:latin typeface="Nyala"/>
              </a:endParaRPr>
            </a:p>
          </p:txBody>
        </p:sp>
      </p:grpSp>
      <p:pic>
        <p:nvPicPr>
          <p:cNvPr id="12" name="Picture 11" descr="Diagram Succes Samenwerking · Gratis afbeelding op Pixabay">
            <a:extLst>
              <a:ext uri="{FF2B5EF4-FFF2-40B4-BE49-F238E27FC236}">
                <a16:creationId xmlns:a16="http://schemas.microsoft.com/office/drawing/2014/main" id="{35B0A380-029B-CE3A-D73D-C7C931F37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4" y="1317261"/>
            <a:ext cx="4660693" cy="463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976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C41A51-9D8E-C7DF-0082-F84F765E3B90}"/>
              </a:ext>
            </a:extLst>
          </p:cNvPr>
          <p:cNvSpPr txBox="1"/>
          <p:nvPr/>
        </p:nvSpPr>
        <p:spPr>
          <a:xfrm>
            <a:off x="3667125" y="0"/>
            <a:ext cx="609600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Nyala"/>
              </a:rPr>
              <a:t>GESTION DES ÉTATS </a:t>
            </a:r>
          </a:p>
          <a:p>
            <a:pPr algn="ctr"/>
            <a:endParaRPr lang="en-US" sz="4000">
              <a:latin typeface="Nyala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65DF08D-A38A-6B8D-0058-0476C63706EA}"/>
              </a:ext>
            </a:extLst>
          </p:cNvPr>
          <p:cNvGrpSpPr/>
          <p:nvPr/>
        </p:nvGrpSpPr>
        <p:grpSpPr>
          <a:xfrm>
            <a:off x="626228" y="1319878"/>
            <a:ext cx="3431058" cy="4120593"/>
            <a:chOff x="149978" y="665034"/>
            <a:chExt cx="3431058" cy="412059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7FD218E-6FB5-EAC3-EBC0-251B2AF9638F}"/>
                </a:ext>
              </a:extLst>
            </p:cNvPr>
            <p:cNvSpPr/>
            <p:nvPr/>
          </p:nvSpPr>
          <p:spPr>
            <a:xfrm>
              <a:off x="977604" y="665034"/>
              <a:ext cx="1783032" cy="4603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latin typeface="Nyala"/>
                </a:rPr>
                <a:t>Start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BE53908-BC27-0949-C1F6-FDC5CE8EFF49}"/>
                </a:ext>
              </a:extLst>
            </p:cNvPr>
            <p:cNvCxnSpPr/>
            <p:nvPr/>
          </p:nvCxnSpPr>
          <p:spPr>
            <a:xfrm>
              <a:off x="1794412" y="1129903"/>
              <a:ext cx="5066" cy="38737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C962888-9522-43C4-17A2-9BB11822E21C}"/>
                </a:ext>
              </a:extLst>
            </p:cNvPr>
            <p:cNvSpPr/>
            <p:nvPr/>
          </p:nvSpPr>
          <p:spPr>
            <a:xfrm>
              <a:off x="827384" y="1506947"/>
              <a:ext cx="2073785" cy="5530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latin typeface="Nyala"/>
                </a:rPr>
                <a:t>Menu State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7384D6A-1B04-BE2B-78E4-46C06401CD8A}"/>
                </a:ext>
              </a:extLst>
            </p:cNvPr>
            <p:cNvSpPr/>
            <p:nvPr/>
          </p:nvSpPr>
          <p:spPr>
            <a:xfrm>
              <a:off x="785208" y="2357618"/>
              <a:ext cx="2083915" cy="53610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latin typeface="Nyala"/>
                </a:rPr>
                <a:t>Play State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C8DCAA2-E9BA-FC35-B5F9-6E5442B1DA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9023" y="2054837"/>
              <a:ext cx="5065" cy="30607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5CB9204-9D36-2B3D-416C-6EFF91C8DB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604" y="2927746"/>
              <a:ext cx="852184" cy="47072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BA5B5B-A376-911D-6629-DC817ADB7460}"/>
                </a:ext>
              </a:extLst>
            </p:cNvPr>
            <p:cNvSpPr/>
            <p:nvPr/>
          </p:nvSpPr>
          <p:spPr>
            <a:xfrm>
              <a:off x="210661" y="3430635"/>
              <a:ext cx="1298690" cy="5011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latin typeface="Nyala"/>
                </a:rPr>
                <a:t>Pause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DDC9D70-EDB6-6C81-2EE3-C312819B516E}"/>
                </a:ext>
              </a:extLst>
            </p:cNvPr>
            <p:cNvCxnSpPr>
              <a:cxnSpLocks/>
            </p:cNvCxnSpPr>
            <p:nvPr/>
          </p:nvCxnSpPr>
          <p:spPr>
            <a:xfrm>
              <a:off x="1770599" y="2927745"/>
              <a:ext cx="671816" cy="50643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138A2D1-A6C0-8AA4-ABC3-0633AC7746ED}"/>
                </a:ext>
              </a:extLst>
            </p:cNvPr>
            <p:cNvSpPr/>
            <p:nvPr/>
          </p:nvSpPr>
          <p:spPr>
            <a:xfrm>
              <a:off x="1782285" y="3430633"/>
              <a:ext cx="1798751" cy="5606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3200" err="1">
                  <a:latin typeface="Nyala"/>
                </a:rPr>
                <a:t>GameOver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F8CAE64-37E8-CD9A-6313-35A09C083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292" y="3939776"/>
              <a:ext cx="6839" cy="36356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079D392-BEC5-95B7-0833-17B03458BACC}"/>
                </a:ext>
              </a:extLst>
            </p:cNvPr>
            <p:cNvSpPr/>
            <p:nvPr/>
          </p:nvSpPr>
          <p:spPr>
            <a:xfrm>
              <a:off x="149978" y="4311879"/>
              <a:ext cx="1368553" cy="4499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latin typeface="Nyala"/>
                </a:rPr>
                <a:t>Play again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72536D1-2E88-78FE-900E-9A66773895BD}"/>
                </a:ext>
              </a:extLst>
            </p:cNvPr>
            <p:cNvCxnSpPr>
              <a:cxnSpLocks/>
            </p:cNvCxnSpPr>
            <p:nvPr/>
          </p:nvCxnSpPr>
          <p:spPr>
            <a:xfrm>
              <a:off x="2556412" y="3999306"/>
              <a:ext cx="16973" cy="33975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6FAE8AF-19D6-2802-954D-D6E020F932A1}"/>
                </a:ext>
              </a:extLst>
            </p:cNvPr>
            <p:cNvSpPr/>
            <p:nvPr/>
          </p:nvSpPr>
          <p:spPr>
            <a:xfrm>
              <a:off x="1947822" y="4335692"/>
              <a:ext cx="1368553" cy="4499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latin typeface="Nyala"/>
                </a:rPr>
                <a:t>Play again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40D30B3-B08E-FBA3-4834-55ABE9E604D4}"/>
              </a:ext>
            </a:extLst>
          </p:cNvPr>
          <p:cNvSpPr txBox="1"/>
          <p:nvPr/>
        </p:nvSpPr>
        <p:spPr>
          <a:xfrm>
            <a:off x="4905375" y="1714500"/>
            <a:ext cx="6524624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Nyala"/>
              </a:rPr>
              <a:t>// StateManager.java </a:t>
            </a:r>
          </a:p>
          <a:p>
            <a:r>
              <a:rPr lang="en-US" sz="2800" dirty="0">
                <a:latin typeface="Nyala"/>
              </a:rPr>
              <a:t>Private </a:t>
            </a:r>
            <a:r>
              <a:rPr lang="en-US" sz="2800" dirty="0" err="1">
                <a:latin typeface="Nyala"/>
              </a:rPr>
              <a:t>GameState</a:t>
            </a:r>
            <a:r>
              <a:rPr lang="en-US" sz="2800" dirty="0">
                <a:latin typeface="Nyala"/>
              </a:rPr>
              <a:t> </a:t>
            </a:r>
            <a:r>
              <a:rPr lang="en-US" sz="2800" dirty="0" err="1">
                <a:latin typeface="Nyala"/>
              </a:rPr>
              <a:t>currentState</a:t>
            </a:r>
            <a:r>
              <a:rPr lang="en-US" sz="2800" dirty="0">
                <a:latin typeface="Nyala"/>
              </a:rPr>
              <a:t>;</a:t>
            </a:r>
          </a:p>
          <a:p>
            <a:r>
              <a:rPr lang="en-US" sz="2800" dirty="0">
                <a:latin typeface="Nyala"/>
              </a:rPr>
              <a:t>public void </a:t>
            </a:r>
            <a:r>
              <a:rPr lang="en-US" sz="2800" dirty="0" err="1">
                <a:latin typeface="Nyala"/>
              </a:rPr>
              <a:t>setState</a:t>
            </a:r>
            <a:r>
              <a:rPr lang="en-US" sz="2800" dirty="0">
                <a:latin typeface="Nyala"/>
              </a:rPr>
              <a:t>(</a:t>
            </a:r>
            <a:r>
              <a:rPr lang="en-US" sz="2800" dirty="0" err="1">
                <a:latin typeface="Nyala"/>
              </a:rPr>
              <a:t>GameState</a:t>
            </a:r>
            <a:r>
              <a:rPr lang="en-US" sz="2800" dirty="0">
                <a:latin typeface="Nyala"/>
              </a:rPr>
              <a:t> state) {  </a:t>
            </a:r>
          </a:p>
          <a:p>
            <a:r>
              <a:rPr lang="en-US" sz="2800" dirty="0" err="1">
                <a:latin typeface="Nyala"/>
              </a:rPr>
              <a:t>this.currentState</a:t>
            </a:r>
            <a:r>
              <a:rPr lang="en-US" sz="2800" dirty="0">
                <a:latin typeface="Nyala"/>
              </a:rPr>
              <a:t> = state;</a:t>
            </a:r>
          </a:p>
          <a:p>
            <a:r>
              <a:rPr lang="en-US" sz="2800" dirty="0">
                <a:latin typeface="Nyala"/>
              </a:rPr>
              <a:t>}</a:t>
            </a:r>
          </a:p>
          <a:p>
            <a:r>
              <a:rPr lang="en-US" sz="2800" dirty="0">
                <a:latin typeface="Nyala"/>
              </a:rPr>
              <a:t>// Changer d'état</a:t>
            </a:r>
          </a:p>
          <a:p>
            <a:r>
              <a:rPr lang="en-US" sz="2800" dirty="0" err="1">
                <a:latin typeface="Nyala"/>
              </a:rPr>
              <a:t>stateManager.setState</a:t>
            </a:r>
            <a:r>
              <a:rPr lang="en-US" sz="2800" dirty="0">
                <a:latin typeface="Nyala"/>
              </a:rPr>
              <a:t>(new </a:t>
            </a:r>
            <a:r>
              <a:rPr lang="en-US" sz="2800" dirty="0" err="1">
                <a:latin typeface="Nyala"/>
              </a:rPr>
              <a:t>PauseState</a:t>
            </a:r>
            <a:r>
              <a:rPr lang="en-US" sz="2800" dirty="0">
                <a:latin typeface="Nyala"/>
              </a:rPr>
              <a:t>(this));</a:t>
            </a:r>
          </a:p>
          <a:p>
            <a:r>
              <a:rPr lang="en-US" sz="2800" dirty="0" err="1">
                <a:latin typeface="Nyala"/>
              </a:rPr>
              <a:t>stateManager.setState</a:t>
            </a:r>
            <a:r>
              <a:rPr lang="en-US" sz="2800" dirty="0">
                <a:latin typeface="Nyala"/>
              </a:rPr>
              <a:t>(new </a:t>
            </a:r>
            <a:r>
              <a:rPr lang="en-US" sz="2800" dirty="0" err="1">
                <a:latin typeface="Nyala"/>
              </a:rPr>
              <a:t>GameOverState</a:t>
            </a:r>
            <a:r>
              <a:rPr lang="en-US" sz="2800" dirty="0">
                <a:latin typeface="Nyala"/>
              </a:rPr>
              <a:t>()); </a:t>
            </a:r>
          </a:p>
          <a:p>
            <a:pPr algn="ctr"/>
            <a:endParaRPr lang="en-US" sz="2800" dirty="0">
              <a:latin typeface="Nyala"/>
            </a:endParaRPr>
          </a:p>
        </p:txBody>
      </p:sp>
    </p:spTree>
    <p:extLst>
      <p:ext uri="{BB962C8B-B14F-4D97-AF65-F5344CB8AC3E}">
        <p14:creationId xmlns:p14="http://schemas.microsoft.com/office/powerpoint/2010/main" val="2397946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video game console and a poster&#10;&#10;AI-generated content may be incorrect.">
            <a:extLst>
              <a:ext uri="{FF2B5EF4-FFF2-40B4-BE49-F238E27FC236}">
                <a16:creationId xmlns:a16="http://schemas.microsoft.com/office/drawing/2014/main" id="{CE545A14-F6F4-DBB9-5F5F-7B51531C1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76000"/>
                    </a14:imgEffect>
                    <a14:imgEffect>
                      <a14:brightnessContrast contrast="-3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06" y="0"/>
            <a:ext cx="1218838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2504CD-9D4D-A2D4-D9EA-447D9CD9141B}"/>
              </a:ext>
            </a:extLst>
          </p:cNvPr>
          <p:cNvSpPr txBox="1"/>
          <p:nvPr/>
        </p:nvSpPr>
        <p:spPr>
          <a:xfrm>
            <a:off x="3048000" y="4061847"/>
            <a:ext cx="7490847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800" b="1" kern="1200" err="1">
                <a:solidFill>
                  <a:srgbClr val="F2F2F2"/>
                </a:solidFill>
                <a:latin typeface="Nyala"/>
                <a:ea typeface="Manrope"/>
                <a:cs typeface="+mj-cs"/>
              </a:rPr>
              <a:t>Visuel</a:t>
            </a:r>
            <a:r>
              <a:rPr lang="en-US" sz="8800" b="1" kern="1200">
                <a:solidFill>
                  <a:srgbClr val="F2F2F2"/>
                </a:solidFill>
                <a:latin typeface="Nyala"/>
                <a:ea typeface="Manrope"/>
                <a:cs typeface="+mj-cs"/>
              </a:rPr>
              <a:t> &amp; audio</a:t>
            </a:r>
            <a:endParaRPr lang="en-US" sz="8800">
              <a:solidFill>
                <a:srgbClr val="F2F2F2"/>
              </a:solidFill>
              <a:latin typeface="Nyala"/>
            </a:endParaRPr>
          </a:p>
          <a:p>
            <a:pPr algn="ctr"/>
            <a:endParaRPr lang="en-US" sz="8800">
              <a:solidFill>
                <a:srgbClr val="F2F2F2"/>
              </a:solidFill>
              <a:latin typeface="Nyala"/>
              <a:cs typeface="Fahkwang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4B2551-5DEE-547B-7286-9607A34CD105}"/>
              </a:ext>
            </a:extLst>
          </p:cNvPr>
          <p:cNvSpPr txBox="1"/>
          <p:nvPr/>
        </p:nvSpPr>
        <p:spPr>
          <a:xfrm>
            <a:off x="2492644" y="3041542"/>
            <a:ext cx="6096000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0" algn="l" rtl="0"/>
            <a:r>
              <a:rPr lang="en-US" sz="8800">
                <a:solidFill>
                  <a:srgbClr val="7030A0"/>
                </a:solidFill>
                <a:latin typeface="Nyala"/>
                <a:ea typeface="Manrope"/>
                <a:cs typeface="+mj-cs"/>
              </a:rPr>
              <a:t>03</a:t>
            </a:r>
            <a:endParaRPr lang="en-US" sz="8800" b="0" kern="1200">
              <a:solidFill>
                <a:srgbClr val="7030A0"/>
              </a:solidFill>
              <a:latin typeface="Nyala"/>
              <a:ea typeface="Manrope"/>
              <a:cs typeface="Fahkwang Light"/>
            </a:endParaRPr>
          </a:p>
          <a:p>
            <a:pPr algn="ctr"/>
            <a:endParaRPr lang="en-US" sz="8800">
              <a:latin typeface="Nyala"/>
            </a:endParaRPr>
          </a:p>
        </p:txBody>
      </p:sp>
    </p:spTree>
    <p:extLst>
      <p:ext uri="{BB962C8B-B14F-4D97-AF65-F5344CB8AC3E}">
        <p14:creationId xmlns:p14="http://schemas.microsoft.com/office/powerpoint/2010/main" val="2034443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8962813-DE8D-459F-1271-CBB809CB87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624" b="-539"/>
          <a:stretch>
            <a:fillRect/>
          </a:stretch>
        </p:blipFill>
        <p:spPr>
          <a:xfrm>
            <a:off x="396274" y="-12492"/>
            <a:ext cx="5704801" cy="6853387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6236E02-DD89-76CC-4B36-866526B9E0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344" r="135" b="-202"/>
          <a:stretch>
            <a:fillRect/>
          </a:stretch>
        </p:blipFill>
        <p:spPr>
          <a:xfrm>
            <a:off x="6310197" y="-12492"/>
            <a:ext cx="5505798" cy="687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004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99F2931-70EC-414E-8957-39CC893D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8FFBE11-4B3E-48D7-94D4-2EC8CC9FE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79720"/>
            <a:ext cx="12192000" cy="3378280"/>
          </a:xfrm>
          <a:custGeom>
            <a:avLst/>
            <a:gdLst>
              <a:gd name="connsiteX0" fmla="*/ 0 w 12192000"/>
              <a:gd name="connsiteY0" fmla="*/ 0 h 3378280"/>
              <a:gd name="connsiteX1" fmla="*/ 13973 w 12192000"/>
              <a:gd name="connsiteY1" fmla="*/ 3431 h 3378280"/>
              <a:gd name="connsiteX2" fmla="*/ 86774 w 12192000"/>
              <a:gd name="connsiteY2" fmla="*/ 43536 h 3378280"/>
              <a:gd name="connsiteX3" fmla="*/ 229780 w 12192000"/>
              <a:gd name="connsiteY3" fmla="*/ 145557 h 3378280"/>
              <a:gd name="connsiteX4" fmla="*/ 302639 w 12192000"/>
              <a:gd name="connsiteY4" fmla="*/ 203425 h 3378280"/>
              <a:gd name="connsiteX5" fmla="*/ 348081 w 12192000"/>
              <a:gd name="connsiteY5" fmla="*/ 187174 h 3378280"/>
              <a:gd name="connsiteX6" fmla="*/ 436950 w 12192000"/>
              <a:gd name="connsiteY6" fmla="*/ 184066 h 3378280"/>
              <a:gd name="connsiteX7" fmla="*/ 501693 w 12192000"/>
              <a:gd name="connsiteY7" fmla="*/ 233225 h 3378280"/>
              <a:gd name="connsiteX8" fmla="*/ 557201 w 12192000"/>
              <a:gd name="connsiteY8" fmla="*/ 312390 h 3378280"/>
              <a:gd name="connsiteX9" fmla="*/ 617648 w 12192000"/>
              <a:gd name="connsiteY9" fmla="*/ 333897 h 3378280"/>
              <a:gd name="connsiteX10" fmla="*/ 692332 w 12192000"/>
              <a:gd name="connsiteY10" fmla="*/ 386327 h 3378280"/>
              <a:gd name="connsiteX11" fmla="*/ 802009 w 12192000"/>
              <a:gd name="connsiteY11" fmla="*/ 419027 h 3378280"/>
              <a:gd name="connsiteX12" fmla="*/ 914003 w 12192000"/>
              <a:gd name="connsiteY12" fmla="*/ 475419 h 3378280"/>
              <a:gd name="connsiteX13" fmla="*/ 938561 w 12192000"/>
              <a:gd name="connsiteY13" fmla="*/ 472887 h 3378280"/>
              <a:gd name="connsiteX14" fmla="*/ 1035683 w 12192000"/>
              <a:gd name="connsiteY14" fmla="*/ 486697 h 3378280"/>
              <a:gd name="connsiteX15" fmla="*/ 1035757 w 12192000"/>
              <a:gd name="connsiteY15" fmla="*/ 486731 h 3378280"/>
              <a:gd name="connsiteX16" fmla="*/ 1074336 w 12192000"/>
              <a:gd name="connsiteY16" fmla="*/ 494465 h 3378280"/>
              <a:gd name="connsiteX17" fmla="*/ 1285084 w 12192000"/>
              <a:gd name="connsiteY17" fmla="*/ 589112 h 3378280"/>
              <a:gd name="connsiteX18" fmla="*/ 1409116 w 12192000"/>
              <a:gd name="connsiteY18" fmla="*/ 656332 h 3378280"/>
              <a:gd name="connsiteX19" fmla="*/ 1533725 w 12192000"/>
              <a:gd name="connsiteY19" fmla="*/ 699179 h 3378280"/>
              <a:gd name="connsiteX20" fmla="*/ 1636242 w 12192000"/>
              <a:gd name="connsiteY20" fmla="*/ 741533 h 3378280"/>
              <a:gd name="connsiteX21" fmla="*/ 1704848 w 12192000"/>
              <a:gd name="connsiteY21" fmla="*/ 770749 h 3378280"/>
              <a:gd name="connsiteX22" fmla="*/ 1718292 w 12192000"/>
              <a:gd name="connsiteY22" fmla="*/ 781051 h 3378280"/>
              <a:gd name="connsiteX23" fmla="*/ 1720835 w 12192000"/>
              <a:gd name="connsiteY23" fmla="*/ 781117 h 3378280"/>
              <a:gd name="connsiteX24" fmla="*/ 1753341 w 12192000"/>
              <a:gd name="connsiteY24" fmla="*/ 800301 h 3378280"/>
              <a:gd name="connsiteX25" fmla="*/ 1775454 w 12192000"/>
              <a:gd name="connsiteY25" fmla="*/ 815182 h 3378280"/>
              <a:gd name="connsiteX26" fmla="*/ 1781011 w 12192000"/>
              <a:gd name="connsiteY26" fmla="*/ 816068 h 3378280"/>
              <a:gd name="connsiteX27" fmla="*/ 1817738 w 12192000"/>
              <a:gd name="connsiteY27" fmla="*/ 834926 h 3378280"/>
              <a:gd name="connsiteX28" fmla="*/ 1830702 w 12192000"/>
              <a:gd name="connsiteY28" fmla="*/ 836485 h 3378280"/>
              <a:gd name="connsiteX29" fmla="*/ 1853950 w 12192000"/>
              <a:gd name="connsiteY29" fmla="*/ 841519 h 3378280"/>
              <a:gd name="connsiteX30" fmla="*/ 1915890 w 12192000"/>
              <a:gd name="connsiteY30" fmla="*/ 841983 h 3378280"/>
              <a:gd name="connsiteX31" fmla="*/ 1960900 w 12192000"/>
              <a:gd name="connsiteY31" fmla="*/ 865789 h 3378280"/>
              <a:gd name="connsiteX32" fmla="*/ 1961217 w 12192000"/>
              <a:gd name="connsiteY32" fmla="*/ 865662 h 3378280"/>
              <a:gd name="connsiteX33" fmla="*/ 1969825 w 12192000"/>
              <a:gd name="connsiteY33" fmla="*/ 869049 h 3378280"/>
              <a:gd name="connsiteX34" fmla="*/ 1975234 w 12192000"/>
              <a:gd name="connsiteY34" fmla="*/ 872329 h 3378280"/>
              <a:gd name="connsiteX35" fmla="*/ 1990485 w 12192000"/>
              <a:gd name="connsiteY35" fmla="*/ 879288 h 3378280"/>
              <a:gd name="connsiteX36" fmla="*/ 1996793 w 12192000"/>
              <a:gd name="connsiteY36" fmla="*/ 880361 h 3378280"/>
              <a:gd name="connsiteX37" fmla="*/ 2055091 w 12192000"/>
              <a:gd name="connsiteY37" fmla="*/ 872818 h 3378280"/>
              <a:gd name="connsiteX38" fmla="*/ 2165143 w 12192000"/>
              <a:gd name="connsiteY38" fmla="*/ 892293 h 3378280"/>
              <a:gd name="connsiteX39" fmla="*/ 2274196 w 12192000"/>
              <a:gd name="connsiteY39" fmla="*/ 914768 h 3378280"/>
              <a:gd name="connsiteX40" fmla="*/ 2383986 w 12192000"/>
              <a:gd name="connsiteY40" fmla="*/ 934891 h 3378280"/>
              <a:gd name="connsiteX41" fmla="*/ 2420278 w 12192000"/>
              <a:gd name="connsiteY41" fmla="*/ 933890 h 3378280"/>
              <a:gd name="connsiteX42" fmla="*/ 2426203 w 12192000"/>
              <a:gd name="connsiteY42" fmla="*/ 933891 h 3378280"/>
              <a:gd name="connsiteX43" fmla="*/ 2448674 w 12192000"/>
              <a:gd name="connsiteY43" fmla="*/ 941056 h 3378280"/>
              <a:gd name="connsiteX44" fmla="*/ 2457640 w 12192000"/>
              <a:gd name="connsiteY44" fmla="*/ 943105 h 3378280"/>
              <a:gd name="connsiteX45" fmla="*/ 2457852 w 12192000"/>
              <a:gd name="connsiteY45" fmla="*/ 942912 h 3378280"/>
              <a:gd name="connsiteX46" fmla="*/ 2466265 w 12192000"/>
              <a:gd name="connsiteY46" fmla="*/ 945310 h 3378280"/>
              <a:gd name="connsiteX47" fmla="*/ 2507496 w 12192000"/>
              <a:gd name="connsiteY47" fmla="*/ 960111 h 3378280"/>
              <a:gd name="connsiteX48" fmla="*/ 2561127 w 12192000"/>
              <a:gd name="connsiteY48" fmla="*/ 949411 h 3378280"/>
              <a:gd name="connsiteX49" fmla="*/ 2583467 w 12192000"/>
              <a:gd name="connsiteY49" fmla="*/ 950570 h 3378280"/>
              <a:gd name="connsiteX50" fmla="*/ 2595361 w 12192000"/>
              <a:gd name="connsiteY50" fmla="*/ 949884 h 3378280"/>
              <a:gd name="connsiteX51" fmla="*/ 2596075 w 12192000"/>
              <a:gd name="connsiteY51" fmla="*/ 949000 h 3378280"/>
              <a:gd name="connsiteX52" fmla="*/ 2666638 w 12192000"/>
              <a:gd name="connsiteY52" fmla="*/ 975095 h 3378280"/>
              <a:gd name="connsiteX53" fmla="*/ 2703393 w 12192000"/>
              <a:gd name="connsiteY53" fmla="*/ 989635 h 3378280"/>
              <a:gd name="connsiteX54" fmla="*/ 2705616 w 12192000"/>
              <a:gd name="connsiteY54" fmla="*/ 989244 h 3378280"/>
              <a:gd name="connsiteX55" fmla="*/ 2721898 w 12192000"/>
              <a:gd name="connsiteY55" fmla="*/ 997777 h 3378280"/>
              <a:gd name="connsiteX56" fmla="*/ 2735669 w 12192000"/>
              <a:gd name="connsiteY56" fmla="*/ 1009612 h 3378280"/>
              <a:gd name="connsiteX57" fmla="*/ 2857526 w 12192000"/>
              <a:gd name="connsiteY57" fmla="*/ 1030627 h 3378280"/>
              <a:gd name="connsiteX58" fmla="*/ 3021918 w 12192000"/>
              <a:gd name="connsiteY58" fmla="*/ 1088093 h 3378280"/>
              <a:gd name="connsiteX59" fmla="*/ 3155458 w 12192000"/>
              <a:gd name="connsiteY59" fmla="*/ 1121618 h 3378280"/>
              <a:gd name="connsiteX60" fmla="*/ 3328229 w 12192000"/>
              <a:gd name="connsiteY60" fmla="*/ 1155903 h 3378280"/>
              <a:gd name="connsiteX61" fmla="*/ 3448440 w 12192000"/>
              <a:gd name="connsiteY61" fmla="*/ 1184343 h 3378280"/>
              <a:gd name="connsiteX62" fmla="*/ 3499287 w 12192000"/>
              <a:gd name="connsiteY62" fmla="*/ 1209472 h 3378280"/>
              <a:gd name="connsiteX63" fmla="*/ 3520027 w 12192000"/>
              <a:gd name="connsiteY63" fmla="*/ 1207338 h 3378280"/>
              <a:gd name="connsiteX64" fmla="*/ 3523594 w 12192000"/>
              <a:gd name="connsiteY64" fmla="*/ 1206755 h 3378280"/>
              <a:gd name="connsiteX65" fmla="*/ 3538013 w 12192000"/>
              <a:gd name="connsiteY65" fmla="*/ 1209066 h 3378280"/>
              <a:gd name="connsiteX66" fmla="*/ 3541918 w 12192000"/>
              <a:gd name="connsiteY66" fmla="*/ 1203922 h 3378280"/>
              <a:gd name="connsiteX67" fmla="*/ 3590082 w 12192000"/>
              <a:gd name="connsiteY67" fmla="*/ 1209115 h 3378280"/>
              <a:gd name="connsiteX68" fmla="*/ 3716445 w 12192000"/>
              <a:gd name="connsiteY68" fmla="*/ 1243431 h 3378280"/>
              <a:gd name="connsiteX69" fmla="*/ 3792028 w 12192000"/>
              <a:gd name="connsiteY69" fmla="*/ 1260288 h 3378280"/>
              <a:gd name="connsiteX70" fmla="*/ 3820707 w 12192000"/>
              <a:gd name="connsiteY70" fmla="*/ 1260924 h 3378280"/>
              <a:gd name="connsiteX71" fmla="*/ 3860784 w 12192000"/>
              <a:gd name="connsiteY71" fmla="*/ 1265692 h 3378280"/>
              <a:gd name="connsiteX72" fmla="*/ 3997310 w 12192000"/>
              <a:gd name="connsiteY72" fmla="*/ 1281176 h 3378280"/>
              <a:gd name="connsiteX73" fmla="*/ 4040665 w 12192000"/>
              <a:gd name="connsiteY73" fmla="*/ 1291934 h 3378280"/>
              <a:gd name="connsiteX74" fmla="*/ 4046831 w 12192000"/>
              <a:gd name="connsiteY74" fmla="*/ 1293910 h 3378280"/>
              <a:gd name="connsiteX75" fmla="*/ 4095847 w 12192000"/>
              <a:gd name="connsiteY75" fmla="*/ 1316851 h 3378280"/>
              <a:gd name="connsiteX76" fmla="*/ 4101945 w 12192000"/>
              <a:gd name="connsiteY76" fmla="*/ 1313869 h 3378280"/>
              <a:gd name="connsiteX77" fmla="*/ 4119420 w 12192000"/>
              <a:gd name="connsiteY77" fmla="*/ 1313965 h 3378280"/>
              <a:gd name="connsiteX78" fmla="*/ 4131728 w 12192000"/>
              <a:gd name="connsiteY78" fmla="*/ 1322978 h 3378280"/>
              <a:gd name="connsiteX79" fmla="*/ 4193827 w 12192000"/>
              <a:gd name="connsiteY79" fmla="*/ 1350222 h 3378280"/>
              <a:gd name="connsiteX80" fmla="*/ 4286157 w 12192000"/>
              <a:gd name="connsiteY80" fmla="*/ 1385101 h 3378280"/>
              <a:gd name="connsiteX81" fmla="*/ 4298907 w 12192000"/>
              <a:gd name="connsiteY81" fmla="*/ 1394396 h 3378280"/>
              <a:gd name="connsiteX82" fmla="*/ 4323224 w 12192000"/>
              <a:gd name="connsiteY82" fmla="*/ 1403133 h 3378280"/>
              <a:gd name="connsiteX83" fmla="*/ 4404439 w 12192000"/>
              <a:gd name="connsiteY83" fmla="*/ 1417252 h 3378280"/>
              <a:gd name="connsiteX84" fmla="*/ 4423989 w 12192000"/>
              <a:gd name="connsiteY84" fmla="*/ 1410448 h 3378280"/>
              <a:gd name="connsiteX85" fmla="*/ 4427300 w 12192000"/>
              <a:gd name="connsiteY85" fmla="*/ 1409068 h 3378280"/>
              <a:gd name="connsiteX86" fmla="*/ 4441847 w 12192000"/>
              <a:gd name="connsiteY86" fmla="*/ 1408029 h 3378280"/>
              <a:gd name="connsiteX87" fmla="*/ 4444331 w 12192000"/>
              <a:gd name="connsiteY87" fmla="*/ 1402133 h 3378280"/>
              <a:gd name="connsiteX88" fmla="*/ 4492293 w 12192000"/>
              <a:gd name="connsiteY88" fmla="*/ 1396205 h 3378280"/>
              <a:gd name="connsiteX89" fmla="*/ 4623335 w 12192000"/>
              <a:gd name="connsiteY89" fmla="*/ 1400793 h 3378280"/>
              <a:gd name="connsiteX90" fmla="*/ 4700790 w 12192000"/>
              <a:gd name="connsiteY90" fmla="*/ 1399970 h 3378280"/>
              <a:gd name="connsiteX91" fmla="*/ 4728732 w 12192000"/>
              <a:gd name="connsiteY91" fmla="*/ 1394050 h 3378280"/>
              <a:gd name="connsiteX92" fmla="*/ 4768749 w 12192000"/>
              <a:gd name="connsiteY92" fmla="*/ 1389553 h 3378280"/>
              <a:gd name="connsiteX93" fmla="*/ 4838227 w 12192000"/>
              <a:gd name="connsiteY93" fmla="*/ 1377273 h 3378280"/>
              <a:gd name="connsiteX94" fmla="*/ 4904889 w 12192000"/>
              <a:gd name="connsiteY94" fmla="*/ 1373499 h 3378280"/>
              <a:gd name="connsiteX95" fmla="*/ 4949597 w 12192000"/>
              <a:gd name="connsiteY95" fmla="*/ 1374085 h 3378280"/>
              <a:gd name="connsiteX96" fmla="*/ 4956064 w 12192000"/>
              <a:gd name="connsiteY96" fmla="*/ 1374603 h 3378280"/>
              <a:gd name="connsiteX97" fmla="*/ 5009322 w 12192000"/>
              <a:gd name="connsiteY97" fmla="*/ 1385751 h 3378280"/>
              <a:gd name="connsiteX98" fmla="*/ 5014476 w 12192000"/>
              <a:gd name="connsiteY98" fmla="*/ 1381460 h 3378280"/>
              <a:gd name="connsiteX99" fmla="*/ 5031428 w 12192000"/>
              <a:gd name="connsiteY99" fmla="*/ 1377570 h 3378280"/>
              <a:gd name="connsiteX100" fmla="*/ 5045619 w 12192000"/>
              <a:gd name="connsiteY100" fmla="*/ 1383532 h 3378280"/>
              <a:gd name="connsiteX101" fmla="*/ 5112635 w 12192000"/>
              <a:gd name="connsiteY101" fmla="*/ 1395891 h 3378280"/>
              <a:gd name="connsiteX102" fmla="*/ 5210851 w 12192000"/>
              <a:gd name="connsiteY102" fmla="*/ 1408784 h 3378280"/>
              <a:gd name="connsiteX103" fmla="*/ 5225543 w 12192000"/>
              <a:gd name="connsiteY103" fmla="*/ 1414923 h 3378280"/>
              <a:gd name="connsiteX104" fmla="*/ 5321696 w 12192000"/>
              <a:gd name="connsiteY104" fmla="*/ 1432414 h 3378280"/>
              <a:gd name="connsiteX105" fmla="*/ 5372327 w 12192000"/>
              <a:gd name="connsiteY105" fmla="*/ 1436597 h 3378280"/>
              <a:gd name="connsiteX106" fmla="*/ 5378149 w 12192000"/>
              <a:gd name="connsiteY106" fmla="*/ 1431785 h 3378280"/>
              <a:gd name="connsiteX107" fmla="*/ 5393069 w 12192000"/>
              <a:gd name="connsiteY107" fmla="*/ 1433737 h 3378280"/>
              <a:gd name="connsiteX108" fmla="*/ 5527621 w 12192000"/>
              <a:gd name="connsiteY108" fmla="*/ 1458786 h 3378280"/>
              <a:gd name="connsiteX109" fmla="*/ 5680585 w 12192000"/>
              <a:gd name="connsiteY109" fmla="*/ 1498233 h 3378280"/>
              <a:gd name="connsiteX110" fmla="*/ 5783795 w 12192000"/>
              <a:gd name="connsiteY110" fmla="*/ 1499932 h 3378280"/>
              <a:gd name="connsiteX111" fmla="*/ 6016525 w 12192000"/>
              <a:gd name="connsiteY111" fmla="*/ 1577292 h 3378280"/>
              <a:gd name="connsiteX112" fmla="*/ 6186598 w 12192000"/>
              <a:gd name="connsiteY112" fmla="*/ 1606065 h 3378280"/>
              <a:gd name="connsiteX113" fmla="*/ 6197872 w 12192000"/>
              <a:gd name="connsiteY113" fmla="*/ 1616845 h 3378280"/>
              <a:gd name="connsiteX114" fmla="*/ 6212885 w 12192000"/>
              <a:gd name="connsiteY114" fmla="*/ 1624535 h 3378280"/>
              <a:gd name="connsiteX115" fmla="*/ 6319240 w 12192000"/>
              <a:gd name="connsiteY115" fmla="*/ 1660375 h 3378280"/>
              <a:gd name="connsiteX116" fmla="*/ 6333397 w 12192000"/>
              <a:gd name="connsiteY116" fmla="*/ 1658763 h 3378280"/>
              <a:gd name="connsiteX117" fmla="*/ 6357266 w 12192000"/>
              <a:gd name="connsiteY117" fmla="*/ 1659543 h 3378280"/>
              <a:gd name="connsiteX118" fmla="*/ 6418740 w 12192000"/>
              <a:gd name="connsiteY118" fmla="*/ 1648944 h 3378280"/>
              <a:gd name="connsiteX119" fmla="*/ 6458877 w 12192000"/>
              <a:gd name="connsiteY119" fmla="*/ 1662117 h 3378280"/>
              <a:gd name="connsiteX120" fmla="*/ 6467254 w 12192000"/>
              <a:gd name="connsiteY120" fmla="*/ 1664227 h 3378280"/>
              <a:gd name="connsiteX121" fmla="*/ 6467545 w 12192000"/>
              <a:gd name="connsiteY121" fmla="*/ 1664046 h 3378280"/>
              <a:gd name="connsiteX122" fmla="*/ 6476635 w 12192000"/>
              <a:gd name="connsiteY122" fmla="*/ 1665826 h 3378280"/>
              <a:gd name="connsiteX123" fmla="*/ 6482535 w 12192000"/>
              <a:gd name="connsiteY123" fmla="*/ 1668074 h 3378280"/>
              <a:gd name="connsiteX124" fmla="*/ 6498791 w 12192000"/>
              <a:gd name="connsiteY124" fmla="*/ 1672167 h 3378280"/>
              <a:gd name="connsiteX125" fmla="*/ 6505220 w 12192000"/>
              <a:gd name="connsiteY125" fmla="*/ 1672092 h 3378280"/>
              <a:gd name="connsiteX126" fmla="*/ 6508969 w 12192000"/>
              <a:gd name="connsiteY126" fmla="*/ 1669922 h 3378280"/>
              <a:gd name="connsiteX127" fmla="*/ 6544886 w 12192000"/>
              <a:gd name="connsiteY127" fmla="*/ 1670695 h 3378280"/>
              <a:gd name="connsiteX128" fmla="*/ 6617859 w 12192000"/>
              <a:gd name="connsiteY128" fmla="*/ 1679453 h 3378280"/>
              <a:gd name="connsiteX129" fmla="*/ 6657726 w 12192000"/>
              <a:gd name="connsiteY129" fmla="*/ 1687906 h 3378280"/>
              <a:gd name="connsiteX130" fmla="*/ 6769041 w 12192000"/>
              <a:gd name="connsiteY130" fmla="*/ 1707304 h 3378280"/>
              <a:gd name="connsiteX131" fmla="*/ 6882368 w 12192000"/>
              <a:gd name="connsiteY131" fmla="*/ 1723914 h 3378280"/>
              <a:gd name="connsiteX132" fmla="*/ 6968822 w 12192000"/>
              <a:gd name="connsiteY132" fmla="*/ 1723334 h 3378280"/>
              <a:gd name="connsiteX133" fmla="*/ 6973672 w 12192000"/>
              <a:gd name="connsiteY133" fmla="*/ 1726298 h 3378280"/>
              <a:gd name="connsiteX134" fmla="*/ 6981961 w 12192000"/>
              <a:gd name="connsiteY134" fmla="*/ 1729324 h 3378280"/>
              <a:gd name="connsiteX135" fmla="*/ 6982342 w 12192000"/>
              <a:gd name="connsiteY135" fmla="*/ 1729201 h 3378280"/>
              <a:gd name="connsiteX136" fmla="*/ 6989757 w 12192000"/>
              <a:gd name="connsiteY136" fmla="*/ 1732420 h 3378280"/>
              <a:gd name="connsiteX137" fmla="*/ 7023794 w 12192000"/>
              <a:gd name="connsiteY137" fmla="*/ 1750660 h 3378280"/>
              <a:gd name="connsiteX138" fmla="*/ 7090828 w 12192000"/>
              <a:gd name="connsiteY138" fmla="*/ 1750287 h 3378280"/>
              <a:gd name="connsiteX139" fmla="*/ 7114479 w 12192000"/>
              <a:gd name="connsiteY139" fmla="*/ 1754649 h 3378280"/>
              <a:gd name="connsiteX140" fmla="*/ 7162053 w 12192000"/>
              <a:gd name="connsiteY140" fmla="*/ 1772908 h 3378280"/>
              <a:gd name="connsiteX141" fmla="*/ 7167808 w 12192000"/>
              <a:gd name="connsiteY141" fmla="*/ 1773656 h 3378280"/>
              <a:gd name="connsiteX142" fmla="*/ 7187185 w 12192000"/>
              <a:gd name="connsiteY142" fmla="*/ 1787148 h 3378280"/>
              <a:gd name="connsiteX143" fmla="*/ 7216505 w 12192000"/>
              <a:gd name="connsiteY143" fmla="*/ 1804489 h 3378280"/>
              <a:gd name="connsiteX144" fmla="*/ 7219246 w 12192000"/>
              <a:gd name="connsiteY144" fmla="*/ 1804514 h 3378280"/>
              <a:gd name="connsiteX145" fmla="*/ 7230639 w 12192000"/>
              <a:gd name="connsiteY145" fmla="*/ 1813879 h 3378280"/>
              <a:gd name="connsiteX146" fmla="*/ 7236776 w 12192000"/>
              <a:gd name="connsiteY146" fmla="*/ 1825514 h 3378280"/>
              <a:gd name="connsiteX147" fmla="*/ 7394082 w 12192000"/>
              <a:gd name="connsiteY147" fmla="*/ 1877925 h 3378280"/>
              <a:gd name="connsiteX148" fmla="*/ 7505820 w 12192000"/>
              <a:gd name="connsiteY148" fmla="*/ 1933859 h 3378280"/>
              <a:gd name="connsiteX149" fmla="*/ 7572147 w 12192000"/>
              <a:gd name="connsiteY149" fmla="*/ 2003817 h 3378280"/>
              <a:gd name="connsiteX150" fmla="*/ 7828975 w 12192000"/>
              <a:gd name="connsiteY150" fmla="*/ 2061508 h 3378280"/>
              <a:gd name="connsiteX151" fmla="*/ 7886804 w 12192000"/>
              <a:gd name="connsiteY151" fmla="*/ 2075509 h 3378280"/>
              <a:gd name="connsiteX152" fmla="*/ 7923558 w 12192000"/>
              <a:gd name="connsiteY152" fmla="*/ 2103529 h 3378280"/>
              <a:gd name="connsiteX153" fmla="*/ 7947954 w 12192000"/>
              <a:gd name="connsiteY153" fmla="*/ 2104996 h 3378280"/>
              <a:gd name="connsiteX154" fmla="*/ 7952318 w 12192000"/>
              <a:gd name="connsiteY154" fmla="*/ 2105077 h 3378280"/>
              <a:gd name="connsiteX155" fmla="*/ 7966398 w 12192000"/>
              <a:gd name="connsiteY155" fmla="*/ 2109147 h 3378280"/>
              <a:gd name="connsiteX156" fmla="*/ 7974591 w 12192000"/>
              <a:gd name="connsiteY156" fmla="*/ 2105612 h 3378280"/>
              <a:gd name="connsiteX157" fmla="*/ 7998806 w 12192000"/>
              <a:gd name="connsiteY157" fmla="*/ 2108382 h 3378280"/>
              <a:gd name="connsiteX158" fmla="*/ 8023544 w 12192000"/>
              <a:gd name="connsiteY158" fmla="*/ 2117183 h 3378280"/>
              <a:gd name="connsiteX159" fmla="*/ 8136247 w 12192000"/>
              <a:gd name="connsiteY159" fmla="*/ 2164190 h 3378280"/>
              <a:gd name="connsiteX160" fmla="*/ 8206445 w 12192000"/>
              <a:gd name="connsiteY160" fmla="*/ 2189356 h 3378280"/>
              <a:gd name="connsiteX161" fmla="*/ 8237464 w 12192000"/>
              <a:gd name="connsiteY161" fmla="*/ 2194272 h 3378280"/>
              <a:gd name="connsiteX162" fmla="*/ 8277853 w 12192000"/>
              <a:gd name="connsiteY162" fmla="*/ 2204259 h 3378280"/>
              <a:gd name="connsiteX163" fmla="*/ 8352501 w 12192000"/>
              <a:gd name="connsiteY163" fmla="*/ 2218290 h 3378280"/>
              <a:gd name="connsiteX164" fmla="*/ 8446938 w 12192000"/>
              <a:gd name="connsiteY164" fmla="*/ 2243393 h 3378280"/>
              <a:gd name="connsiteX165" fmla="*/ 8497138 w 12192000"/>
              <a:gd name="connsiteY165" fmla="*/ 2281506 h 3378280"/>
              <a:gd name="connsiteX166" fmla="*/ 8506096 w 12192000"/>
              <a:gd name="connsiteY166" fmla="*/ 2280042 h 3378280"/>
              <a:gd name="connsiteX167" fmla="*/ 8549806 w 12192000"/>
              <a:gd name="connsiteY167" fmla="*/ 2296675 h 3378280"/>
              <a:gd name="connsiteX168" fmla="*/ 8680256 w 12192000"/>
              <a:gd name="connsiteY168" fmla="*/ 2378758 h 3378280"/>
              <a:gd name="connsiteX169" fmla="*/ 8766301 w 12192000"/>
              <a:gd name="connsiteY169" fmla="*/ 2410605 h 3378280"/>
              <a:gd name="connsiteX170" fmla="*/ 8800492 w 12192000"/>
              <a:gd name="connsiteY170" fmla="*/ 2418067 h 3378280"/>
              <a:gd name="connsiteX171" fmla="*/ 8857555 w 12192000"/>
              <a:gd name="connsiteY171" fmla="*/ 2430810 h 3378280"/>
              <a:gd name="connsiteX172" fmla="*/ 8951967 w 12192000"/>
              <a:gd name="connsiteY172" fmla="*/ 2460856 h 3378280"/>
              <a:gd name="connsiteX173" fmla="*/ 9002970 w 12192000"/>
              <a:gd name="connsiteY173" fmla="*/ 2472291 h 3378280"/>
              <a:gd name="connsiteX174" fmla="*/ 9081613 w 12192000"/>
              <a:gd name="connsiteY174" fmla="*/ 2488296 h 3378280"/>
              <a:gd name="connsiteX175" fmla="*/ 9091561 w 12192000"/>
              <a:gd name="connsiteY175" fmla="*/ 2494386 h 3378280"/>
              <a:gd name="connsiteX176" fmla="*/ 9140625 w 12192000"/>
              <a:gd name="connsiteY176" fmla="*/ 2486779 h 3378280"/>
              <a:gd name="connsiteX177" fmla="*/ 9271105 w 12192000"/>
              <a:gd name="connsiteY177" fmla="*/ 2511730 h 3378280"/>
              <a:gd name="connsiteX178" fmla="*/ 9295023 w 12192000"/>
              <a:gd name="connsiteY178" fmla="*/ 2512830 h 3378280"/>
              <a:gd name="connsiteX179" fmla="*/ 9321673 w 12192000"/>
              <a:gd name="connsiteY179" fmla="*/ 2524119 h 3378280"/>
              <a:gd name="connsiteX180" fmla="*/ 9378975 w 12192000"/>
              <a:gd name="connsiteY180" fmla="*/ 2543803 h 3378280"/>
              <a:gd name="connsiteX181" fmla="*/ 9414193 w 12192000"/>
              <a:gd name="connsiteY181" fmla="*/ 2562927 h 3378280"/>
              <a:gd name="connsiteX182" fmla="*/ 9426009 w 12192000"/>
              <a:gd name="connsiteY182" fmla="*/ 2558847 h 3378280"/>
              <a:gd name="connsiteX183" fmla="*/ 9450634 w 12192000"/>
              <a:gd name="connsiteY183" fmla="*/ 2560685 h 3378280"/>
              <a:gd name="connsiteX184" fmla="*/ 9549097 w 12192000"/>
              <a:gd name="connsiteY184" fmla="*/ 2585168 h 3378280"/>
              <a:gd name="connsiteX185" fmla="*/ 9567633 w 12192000"/>
              <a:gd name="connsiteY185" fmla="*/ 2587105 h 3378280"/>
              <a:gd name="connsiteX186" fmla="*/ 9586878 w 12192000"/>
              <a:gd name="connsiteY186" fmla="*/ 2596659 h 3378280"/>
              <a:gd name="connsiteX187" fmla="*/ 9589974 w 12192000"/>
              <a:gd name="connsiteY187" fmla="*/ 2598235 h 3378280"/>
              <a:gd name="connsiteX188" fmla="*/ 9590570 w 12192000"/>
              <a:gd name="connsiteY188" fmla="*/ 2598249 h 3378280"/>
              <a:gd name="connsiteX189" fmla="*/ 9591896 w 12192000"/>
              <a:gd name="connsiteY189" fmla="*/ 2599214 h 3378280"/>
              <a:gd name="connsiteX190" fmla="*/ 9604535 w 12192000"/>
              <a:gd name="connsiteY190" fmla="*/ 2605654 h 3378280"/>
              <a:gd name="connsiteX191" fmla="*/ 9610554 w 12192000"/>
              <a:gd name="connsiteY191" fmla="*/ 2606189 h 3378280"/>
              <a:gd name="connsiteX192" fmla="*/ 9690072 w 12192000"/>
              <a:gd name="connsiteY192" fmla="*/ 2638745 h 3378280"/>
              <a:gd name="connsiteX193" fmla="*/ 9726964 w 12192000"/>
              <a:gd name="connsiteY193" fmla="*/ 2653728 h 3378280"/>
              <a:gd name="connsiteX194" fmla="*/ 9738036 w 12192000"/>
              <a:gd name="connsiteY194" fmla="*/ 2654794 h 3378280"/>
              <a:gd name="connsiteX195" fmla="*/ 9774202 w 12192000"/>
              <a:gd name="connsiteY195" fmla="*/ 2671509 h 3378280"/>
              <a:gd name="connsiteX196" fmla="*/ 9793246 w 12192000"/>
              <a:gd name="connsiteY196" fmla="*/ 2675245 h 3378280"/>
              <a:gd name="connsiteX197" fmla="*/ 9890301 w 12192000"/>
              <a:gd name="connsiteY197" fmla="*/ 2700274 h 3378280"/>
              <a:gd name="connsiteX198" fmla="*/ 9915070 w 12192000"/>
              <a:gd name="connsiteY198" fmla="*/ 2699250 h 3378280"/>
              <a:gd name="connsiteX199" fmla="*/ 9976517 w 12192000"/>
              <a:gd name="connsiteY199" fmla="*/ 2732899 h 3378280"/>
              <a:gd name="connsiteX200" fmla="*/ 9990168 w 12192000"/>
              <a:gd name="connsiteY200" fmla="*/ 2737877 h 3378280"/>
              <a:gd name="connsiteX201" fmla="*/ 9995041 w 12192000"/>
              <a:gd name="connsiteY201" fmla="*/ 2741223 h 3378280"/>
              <a:gd name="connsiteX202" fmla="*/ 10012636 w 12192000"/>
              <a:gd name="connsiteY202" fmla="*/ 2729876 h 3378280"/>
              <a:gd name="connsiteX203" fmla="*/ 10044280 w 12192000"/>
              <a:gd name="connsiteY203" fmla="*/ 2726966 h 3378280"/>
              <a:gd name="connsiteX204" fmla="*/ 10057934 w 12192000"/>
              <a:gd name="connsiteY204" fmla="*/ 2735671 h 3378280"/>
              <a:gd name="connsiteX205" fmla="*/ 10148373 w 12192000"/>
              <a:gd name="connsiteY205" fmla="*/ 2778987 h 3378280"/>
              <a:gd name="connsiteX206" fmla="*/ 10176601 w 12192000"/>
              <a:gd name="connsiteY206" fmla="*/ 2791940 h 3378280"/>
              <a:gd name="connsiteX207" fmla="*/ 10235082 w 12192000"/>
              <a:gd name="connsiteY207" fmla="*/ 2816761 h 3378280"/>
              <a:gd name="connsiteX208" fmla="*/ 10421684 w 12192000"/>
              <a:gd name="connsiteY208" fmla="*/ 2833871 h 3378280"/>
              <a:gd name="connsiteX209" fmla="*/ 10507376 w 12192000"/>
              <a:gd name="connsiteY209" fmla="*/ 2822262 h 3378280"/>
              <a:gd name="connsiteX210" fmla="*/ 10738376 w 12192000"/>
              <a:gd name="connsiteY210" fmla="*/ 2833353 h 3378280"/>
              <a:gd name="connsiteX211" fmla="*/ 11043443 w 12192000"/>
              <a:gd name="connsiteY211" fmla="*/ 2803954 h 3378280"/>
              <a:gd name="connsiteX212" fmla="*/ 11115269 w 12192000"/>
              <a:gd name="connsiteY212" fmla="*/ 2823367 h 3378280"/>
              <a:gd name="connsiteX213" fmla="*/ 11147582 w 12192000"/>
              <a:gd name="connsiteY213" fmla="*/ 2822547 h 3378280"/>
              <a:gd name="connsiteX214" fmla="*/ 11201205 w 12192000"/>
              <a:gd name="connsiteY214" fmla="*/ 2818210 h 3378280"/>
              <a:gd name="connsiteX215" fmla="*/ 11391726 w 12192000"/>
              <a:gd name="connsiteY215" fmla="*/ 2826386 h 3378280"/>
              <a:gd name="connsiteX216" fmla="*/ 11507640 w 12192000"/>
              <a:gd name="connsiteY216" fmla="*/ 2824866 h 3378280"/>
              <a:gd name="connsiteX217" fmla="*/ 11718056 w 12192000"/>
              <a:gd name="connsiteY217" fmla="*/ 2821969 h 3378280"/>
              <a:gd name="connsiteX218" fmla="*/ 11937926 w 12192000"/>
              <a:gd name="connsiteY218" fmla="*/ 2817058 h 3378280"/>
              <a:gd name="connsiteX219" fmla="*/ 12035355 w 12192000"/>
              <a:gd name="connsiteY219" fmla="*/ 2813340 h 3378280"/>
              <a:gd name="connsiteX220" fmla="*/ 12179047 w 12192000"/>
              <a:gd name="connsiteY220" fmla="*/ 2788508 h 3378280"/>
              <a:gd name="connsiteX221" fmla="*/ 12192000 w 12192000"/>
              <a:gd name="connsiteY221" fmla="*/ 2788486 h 3378280"/>
              <a:gd name="connsiteX222" fmla="*/ 12192000 w 12192000"/>
              <a:gd name="connsiteY222" fmla="*/ 3378280 h 3378280"/>
              <a:gd name="connsiteX223" fmla="*/ 0 w 12192000"/>
              <a:gd name="connsiteY223" fmla="*/ 3378280 h 337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</a:cxnLst>
            <a:rect l="l" t="t" r="r" b="b"/>
            <a:pathLst>
              <a:path w="12192000" h="3378280">
                <a:moveTo>
                  <a:pt x="0" y="0"/>
                </a:moveTo>
                <a:lnTo>
                  <a:pt x="13973" y="3431"/>
                </a:lnTo>
                <a:cubicBezTo>
                  <a:pt x="48258" y="17773"/>
                  <a:pt x="68757" y="59402"/>
                  <a:pt x="86774" y="43536"/>
                </a:cubicBezTo>
                <a:cubicBezTo>
                  <a:pt x="86532" y="72023"/>
                  <a:pt x="217976" y="120568"/>
                  <a:pt x="229780" y="145557"/>
                </a:cubicBezTo>
                <a:lnTo>
                  <a:pt x="302639" y="203425"/>
                </a:lnTo>
                <a:cubicBezTo>
                  <a:pt x="312906" y="207200"/>
                  <a:pt x="342855" y="184923"/>
                  <a:pt x="348081" y="187174"/>
                </a:cubicBezTo>
                <a:lnTo>
                  <a:pt x="436950" y="184066"/>
                </a:lnTo>
                <a:lnTo>
                  <a:pt x="501693" y="233225"/>
                </a:lnTo>
                <a:lnTo>
                  <a:pt x="557201" y="312390"/>
                </a:lnTo>
                <a:cubicBezTo>
                  <a:pt x="579844" y="353675"/>
                  <a:pt x="602207" y="315301"/>
                  <a:pt x="617648" y="333897"/>
                </a:cubicBezTo>
                <a:lnTo>
                  <a:pt x="692332" y="386327"/>
                </a:lnTo>
                <a:cubicBezTo>
                  <a:pt x="715261" y="398377"/>
                  <a:pt x="770477" y="414831"/>
                  <a:pt x="802009" y="419027"/>
                </a:cubicBezTo>
                <a:cubicBezTo>
                  <a:pt x="838953" y="433876"/>
                  <a:pt x="886385" y="473956"/>
                  <a:pt x="914003" y="475419"/>
                </a:cubicBezTo>
                <a:cubicBezTo>
                  <a:pt x="923483" y="477324"/>
                  <a:pt x="931440" y="475817"/>
                  <a:pt x="938561" y="472887"/>
                </a:cubicBezTo>
                <a:lnTo>
                  <a:pt x="1035683" y="486697"/>
                </a:lnTo>
                <a:cubicBezTo>
                  <a:pt x="1035708" y="486708"/>
                  <a:pt x="1035733" y="486720"/>
                  <a:pt x="1035757" y="486731"/>
                </a:cubicBezTo>
                <a:cubicBezTo>
                  <a:pt x="1046500" y="494574"/>
                  <a:pt x="1038533" y="500311"/>
                  <a:pt x="1074336" y="494465"/>
                </a:cubicBezTo>
                <a:cubicBezTo>
                  <a:pt x="1137289" y="530436"/>
                  <a:pt x="1235340" y="545106"/>
                  <a:pt x="1285084" y="589112"/>
                </a:cubicBezTo>
                <a:cubicBezTo>
                  <a:pt x="1341251" y="608873"/>
                  <a:pt x="1367674" y="637988"/>
                  <a:pt x="1409116" y="656332"/>
                </a:cubicBezTo>
                <a:cubicBezTo>
                  <a:pt x="1471208" y="682449"/>
                  <a:pt x="1492207" y="692779"/>
                  <a:pt x="1533725" y="699179"/>
                </a:cubicBezTo>
                <a:cubicBezTo>
                  <a:pt x="1592391" y="718911"/>
                  <a:pt x="1575207" y="737633"/>
                  <a:pt x="1636242" y="741533"/>
                </a:cubicBezTo>
                <a:cubicBezTo>
                  <a:pt x="1638264" y="746130"/>
                  <a:pt x="1700806" y="766849"/>
                  <a:pt x="1704848" y="770749"/>
                </a:cubicBezTo>
                <a:lnTo>
                  <a:pt x="1718292" y="781051"/>
                </a:lnTo>
                <a:lnTo>
                  <a:pt x="1720835" y="781117"/>
                </a:lnTo>
                <a:lnTo>
                  <a:pt x="1753341" y="800301"/>
                </a:lnTo>
                <a:lnTo>
                  <a:pt x="1775454" y="815182"/>
                </a:lnTo>
                <a:lnTo>
                  <a:pt x="1781011" y="816068"/>
                </a:lnTo>
                <a:lnTo>
                  <a:pt x="1817738" y="834926"/>
                </a:lnTo>
                <a:cubicBezTo>
                  <a:pt x="1821156" y="833953"/>
                  <a:pt x="1825209" y="834074"/>
                  <a:pt x="1830702" y="836485"/>
                </a:cubicBezTo>
                <a:cubicBezTo>
                  <a:pt x="1832151" y="819591"/>
                  <a:pt x="1837883" y="832919"/>
                  <a:pt x="1853950" y="841519"/>
                </a:cubicBezTo>
                <a:cubicBezTo>
                  <a:pt x="1859780" y="817198"/>
                  <a:pt x="1899456" y="849599"/>
                  <a:pt x="1915890" y="841983"/>
                </a:cubicBezTo>
                <a:lnTo>
                  <a:pt x="1960900" y="865789"/>
                </a:lnTo>
                <a:lnTo>
                  <a:pt x="1961217" y="865662"/>
                </a:lnTo>
                <a:cubicBezTo>
                  <a:pt x="1963265" y="866017"/>
                  <a:pt x="1965977" y="867037"/>
                  <a:pt x="1969825" y="869049"/>
                </a:cubicBezTo>
                <a:lnTo>
                  <a:pt x="1975234" y="872329"/>
                </a:lnTo>
                <a:lnTo>
                  <a:pt x="1990485" y="879288"/>
                </a:lnTo>
                <a:lnTo>
                  <a:pt x="1996793" y="880361"/>
                </a:lnTo>
                <a:cubicBezTo>
                  <a:pt x="2020465" y="879540"/>
                  <a:pt x="2023446" y="845377"/>
                  <a:pt x="2055091" y="872818"/>
                </a:cubicBezTo>
                <a:cubicBezTo>
                  <a:pt x="2098055" y="882341"/>
                  <a:pt x="2125216" y="870433"/>
                  <a:pt x="2165143" y="892293"/>
                </a:cubicBezTo>
                <a:cubicBezTo>
                  <a:pt x="2205365" y="901134"/>
                  <a:pt x="2239987" y="901455"/>
                  <a:pt x="2274196" y="914768"/>
                </a:cubicBezTo>
                <a:cubicBezTo>
                  <a:pt x="2310666" y="921868"/>
                  <a:pt x="2360104" y="931320"/>
                  <a:pt x="2383986" y="934891"/>
                </a:cubicBezTo>
                <a:lnTo>
                  <a:pt x="2420278" y="933890"/>
                </a:lnTo>
                <a:lnTo>
                  <a:pt x="2426203" y="933891"/>
                </a:lnTo>
                <a:lnTo>
                  <a:pt x="2448674" y="941056"/>
                </a:lnTo>
                <a:cubicBezTo>
                  <a:pt x="2452907" y="942503"/>
                  <a:pt x="2455711" y="943098"/>
                  <a:pt x="2457640" y="943105"/>
                </a:cubicBezTo>
                <a:lnTo>
                  <a:pt x="2457852" y="942912"/>
                </a:lnTo>
                <a:lnTo>
                  <a:pt x="2466265" y="945310"/>
                </a:lnTo>
                <a:cubicBezTo>
                  <a:pt x="2480470" y="949908"/>
                  <a:pt x="2494307" y="954915"/>
                  <a:pt x="2507496" y="960111"/>
                </a:cubicBezTo>
                <a:cubicBezTo>
                  <a:pt x="2518208" y="949036"/>
                  <a:pt x="2567155" y="976345"/>
                  <a:pt x="2561127" y="949411"/>
                </a:cubicBezTo>
                <a:cubicBezTo>
                  <a:pt x="2578896" y="955660"/>
                  <a:pt x="2589900" y="968806"/>
                  <a:pt x="2583467" y="950570"/>
                </a:cubicBezTo>
                <a:cubicBezTo>
                  <a:pt x="2589300" y="952141"/>
                  <a:pt x="2592850" y="951536"/>
                  <a:pt x="2595361" y="949884"/>
                </a:cubicBezTo>
                <a:lnTo>
                  <a:pt x="2596075" y="949000"/>
                </a:lnTo>
                <a:lnTo>
                  <a:pt x="2666638" y="975095"/>
                </a:lnTo>
                <a:lnTo>
                  <a:pt x="2703393" y="989635"/>
                </a:lnTo>
                <a:lnTo>
                  <a:pt x="2705616" y="989244"/>
                </a:lnTo>
                <a:lnTo>
                  <a:pt x="2721898" y="997777"/>
                </a:lnTo>
                <a:cubicBezTo>
                  <a:pt x="2727157" y="1001198"/>
                  <a:pt x="2731840" y="1005088"/>
                  <a:pt x="2735669" y="1009612"/>
                </a:cubicBezTo>
                <a:cubicBezTo>
                  <a:pt x="2790086" y="1002732"/>
                  <a:pt x="2797958" y="1020231"/>
                  <a:pt x="2857526" y="1030627"/>
                </a:cubicBezTo>
                <a:cubicBezTo>
                  <a:pt x="2897602" y="1063034"/>
                  <a:pt x="2965720" y="1083366"/>
                  <a:pt x="3021918" y="1088093"/>
                </a:cubicBezTo>
                <a:cubicBezTo>
                  <a:pt x="3054425" y="1110664"/>
                  <a:pt x="3109014" y="1101433"/>
                  <a:pt x="3155458" y="1121618"/>
                </a:cubicBezTo>
                <a:cubicBezTo>
                  <a:pt x="3217017" y="1136576"/>
                  <a:pt x="3270135" y="1143600"/>
                  <a:pt x="3328229" y="1155903"/>
                </a:cubicBezTo>
                <a:cubicBezTo>
                  <a:pt x="3365862" y="1138978"/>
                  <a:pt x="3408797" y="1179981"/>
                  <a:pt x="3448440" y="1184343"/>
                </a:cubicBezTo>
                <a:cubicBezTo>
                  <a:pt x="3438226" y="1205566"/>
                  <a:pt x="3496361" y="1182183"/>
                  <a:pt x="3499287" y="1209472"/>
                </a:cubicBezTo>
                <a:cubicBezTo>
                  <a:pt x="3506411" y="1209402"/>
                  <a:pt x="3513215" y="1208473"/>
                  <a:pt x="3520027" y="1207338"/>
                </a:cubicBezTo>
                <a:lnTo>
                  <a:pt x="3523594" y="1206755"/>
                </a:lnTo>
                <a:lnTo>
                  <a:pt x="3538013" y="1209066"/>
                </a:lnTo>
                <a:lnTo>
                  <a:pt x="3541918" y="1203922"/>
                </a:lnTo>
                <a:cubicBezTo>
                  <a:pt x="3550592" y="1203930"/>
                  <a:pt x="3560995" y="1202529"/>
                  <a:pt x="3590082" y="1209115"/>
                </a:cubicBezTo>
                <a:cubicBezTo>
                  <a:pt x="3622244" y="1230604"/>
                  <a:pt x="3676827" y="1215544"/>
                  <a:pt x="3716445" y="1243431"/>
                </a:cubicBezTo>
                <a:cubicBezTo>
                  <a:pt x="3731486" y="1251699"/>
                  <a:pt x="3780926" y="1265146"/>
                  <a:pt x="3792028" y="1260288"/>
                </a:cubicBezTo>
                <a:cubicBezTo>
                  <a:pt x="3802696" y="1261567"/>
                  <a:pt x="3814066" y="1267606"/>
                  <a:pt x="3820707" y="1260924"/>
                </a:cubicBezTo>
                <a:cubicBezTo>
                  <a:pt x="3830836" y="1253486"/>
                  <a:pt x="3863215" y="1278527"/>
                  <a:pt x="3860784" y="1265692"/>
                </a:cubicBezTo>
                <a:lnTo>
                  <a:pt x="3997310" y="1281176"/>
                </a:lnTo>
                <a:lnTo>
                  <a:pt x="4040665" y="1291934"/>
                </a:lnTo>
                <a:lnTo>
                  <a:pt x="4046831" y="1293910"/>
                </a:lnTo>
                <a:lnTo>
                  <a:pt x="4095847" y="1316851"/>
                </a:lnTo>
                <a:cubicBezTo>
                  <a:pt x="4097518" y="1315619"/>
                  <a:pt x="4099569" y="1314612"/>
                  <a:pt x="4101945" y="1313869"/>
                </a:cubicBezTo>
                <a:lnTo>
                  <a:pt x="4119420" y="1313965"/>
                </a:lnTo>
                <a:lnTo>
                  <a:pt x="4131728" y="1322978"/>
                </a:lnTo>
                <a:lnTo>
                  <a:pt x="4193827" y="1350222"/>
                </a:lnTo>
                <a:lnTo>
                  <a:pt x="4286157" y="1385101"/>
                </a:lnTo>
                <a:lnTo>
                  <a:pt x="4298907" y="1394396"/>
                </a:lnTo>
                <a:lnTo>
                  <a:pt x="4323224" y="1403133"/>
                </a:lnTo>
                <a:lnTo>
                  <a:pt x="4404439" y="1417252"/>
                </a:lnTo>
                <a:cubicBezTo>
                  <a:pt x="4411321" y="1415560"/>
                  <a:pt x="4417679" y="1413105"/>
                  <a:pt x="4423989" y="1410448"/>
                </a:cubicBezTo>
                <a:lnTo>
                  <a:pt x="4427300" y="1409068"/>
                </a:lnTo>
                <a:lnTo>
                  <a:pt x="4441847" y="1408029"/>
                </a:lnTo>
                <a:lnTo>
                  <a:pt x="4444331" y="1402133"/>
                </a:lnTo>
                <a:cubicBezTo>
                  <a:pt x="4452739" y="1400163"/>
                  <a:pt x="4462460" y="1396428"/>
                  <a:pt x="4492293" y="1396205"/>
                </a:cubicBezTo>
                <a:cubicBezTo>
                  <a:pt x="4528861" y="1409788"/>
                  <a:pt x="4577933" y="1382688"/>
                  <a:pt x="4623335" y="1400793"/>
                </a:cubicBezTo>
                <a:cubicBezTo>
                  <a:pt x="4639986" y="1405413"/>
                  <a:pt x="4691262" y="1407228"/>
                  <a:pt x="4700790" y="1399970"/>
                </a:cubicBezTo>
                <a:cubicBezTo>
                  <a:pt x="4711447" y="1398782"/>
                  <a:pt x="4723982" y="1402066"/>
                  <a:pt x="4728732" y="1394050"/>
                </a:cubicBezTo>
                <a:cubicBezTo>
                  <a:pt x="4736666" y="1384502"/>
                  <a:pt x="4774338" y="1401491"/>
                  <a:pt x="4768749" y="1389553"/>
                </a:cubicBezTo>
                <a:cubicBezTo>
                  <a:pt x="4795495" y="1401233"/>
                  <a:pt x="4816075" y="1381410"/>
                  <a:pt x="4838227" y="1377273"/>
                </a:cubicBezTo>
                <a:lnTo>
                  <a:pt x="4904889" y="1373499"/>
                </a:lnTo>
                <a:lnTo>
                  <a:pt x="4949597" y="1374085"/>
                </a:lnTo>
                <a:lnTo>
                  <a:pt x="4956064" y="1374603"/>
                </a:lnTo>
                <a:lnTo>
                  <a:pt x="5009322" y="1385751"/>
                </a:lnTo>
                <a:cubicBezTo>
                  <a:pt x="5010629" y="1384171"/>
                  <a:pt x="5012363" y="1382724"/>
                  <a:pt x="5014476" y="1381460"/>
                </a:cubicBezTo>
                <a:lnTo>
                  <a:pt x="5031428" y="1377570"/>
                </a:lnTo>
                <a:lnTo>
                  <a:pt x="5045619" y="1383532"/>
                </a:lnTo>
                <a:lnTo>
                  <a:pt x="5112635" y="1395891"/>
                </a:lnTo>
                <a:lnTo>
                  <a:pt x="5210851" y="1408784"/>
                </a:lnTo>
                <a:lnTo>
                  <a:pt x="5225543" y="1414923"/>
                </a:lnTo>
                <a:cubicBezTo>
                  <a:pt x="5259311" y="1422389"/>
                  <a:pt x="5300520" y="1417803"/>
                  <a:pt x="5321696" y="1432414"/>
                </a:cubicBezTo>
                <a:lnTo>
                  <a:pt x="5372327" y="1436597"/>
                </a:lnTo>
                <a:lnTo>
                  <a:pt x="5378149" y="1431785"/>
                </a:lnTo>
                <a:lnTo>
                  <a:pt x="5393069" y="1433737"/>
                </a:lnTo>
                <a:lnTo>
                  <a:pt x="5527621" y="1458786"/>
                </a:lnTo>
                <a:cubicBezTo>
                  <a:pt x="5595913" y="1482782"/>
                  <a:pt x="5624062" y="1464011"/>
                  <a:pt x="5680585" y="1498233"/>
                </a:cubicBezTo>
                <a:cubicBezTo>
                  <a:pt x="5671953" y="1485766"/>
                  <a:pt x="5763880" y="1493019"/>
                  <a:pt x="5783795" y="1499932"/>
                </a:cubicBezTo>
                <a:cubicBezTo>
                  <a:pt x="5806935" y="1511749"/>
                  <a:pt x="5950173" y="1559636"/>
                  <a:pt x="6016525" y="1577292"/>
                </a:cubicBezTo>
                <a:cubicBezTo>
                  <a:pt x="6077908" y="1586145"/>
                  <a:pt x="6125458" y="1613138"/>
                  <a:pt x="6186598" y="1606065"/>
                </a:cubicBezTo>
                <a:cubicBezTo>
                  <a:pt x="6189351" y="1610205"/>
                  <a:pt x="6193226" y="1613745"/>
                  <a:pt x="6197872" y="1616845"/>
                </a:cubicBezTo>
                <a:lnTo>
                  <a:pt x="6212885" y="1624535"/>
                </a:lnTo>
                <a:lnTo>
                  <a:pt x="6319240" y="1660375"/>
                </a:lnTo>
                <a:lnTo>
                  <a:pt x="6333397" y="1658763"/>
                </a:lnTo>
                <a:cubicBezTo>
                  <a:pt x="6332062" y="1641958"/>
                  <a:pt x="6339931" y="1653989"/>
                  <a:pt x="6357266" y="1659543"/>
                </a:cubicBezTo>
                <a:cubicBezTo>
                  <a:pt x="6359058" y="1634684"/>
                  <a:pt x="6403697" y="1659337"/>
                  <a:pt x="6418740" y="1648944"/>
                </a:cubicBezTo>
                <a:cubicBezTo>
                  <a:pt x="6431434" y="1653585"/>
                  <a:pt x="6444892" y="1658041"/>
                  <a:pt x="6458877" y="1662117"/>
                </a:cubicBezTo>
                <a:lnTo>
                  <a:pt x="6467254" y="1664227"/>
                </a:lnTo>
                <a:lnTo>
                  <a:pt x="6467545" y="1664046"/>
                </a:lnTo>
                <a:cubicBezTo>
                  <a:pt x="6469635" y="1664026"/>
                  <a:pt x="6472488" y="1664540"/>
                  <a:pt x="6476635" y="1665826"/>
                </a:cubicBezTo>
                <a:lnTo>
                  <a:pt x="6482535" y="1668074"/>
                </a:lnTo>
                <a:lnTo>
                  <a:pt x="6498791" y="1672167"/>
                </a:lnTo>
                <a:lnTo>
                  <a:pt x="6505220" y="1672092"/>
                </a:lnTo>
                <a:lnTo>
                  <a:pt x="6508969" y="1669922"/>
                </a:lnTo>
                <a:lnTo>
                  <a:pt x="6544886" y="1670695"/>
                </a:lnTo>
                <a:cubicBezTo>
                  <a:pt x="6566195" y="1684748"/>
                  <a:pt x="6578985" y="1674687"/>
                  <a:pt x="6617859" y="1679453"/>
                </a:cubicBezTo>
                <a:cubicBezTo>
                  <a:pt x="6628154" y="1690316"/>
                  <a:pt x="6642041" y="1690691"/>
                  <a:pt x="6657726" y="1687906"/>
                </a:cubicBezTo>
                <a:cubicBezTo>
                  <a:pt x="6690709" y="1699790"/>
                  <a:pt x="6728158" y="1699639"/>
                  <a:pt x="6769041" y="1707304"/>
                </a:cubicBezTo>
                <a:cubicBezTo>
                  <a:pt x="6805580" y="1727028"/>
                  <a:pt x="6838723" y="1715650"/>
                  <a:pt x="6882368" y="1723914"/>
                </a:cubicBezTo>
                <a:lnTo>
                  <a:pt x="6968822" y="1723334"/>
                </a:lnTo>
                <a:lnTo>
                  <a:pt x="6973672" y="1726298"/>
                </a:lnTo>
                <a:cubicBezTo>
                  <a:pt x="6977223" y="1728111"/>
                  <a:pt x="6979851" y="1729020"/>
                  <a:pt x="6981961" y="1729324"/>
                </a:cubicBezTo>
                <a:lnTo>
                  <a:pt x="6982342" y="1729201"/>
                </a:lnTo>
                <a:lnTo>
                  <a:pt x="6989757" y="1732420"/>
                </a:lnTo>
                <a:cubicBezTo>
                  <a:pt x="7001869" y="1738303"/>
                  <a:pt x="7013262" y="1744453"/>
                  <a:pt x="7023794" y="1750660"/>
                </a:cubicBezTo>
                <a:cubicBezTo>
                  <a:pt x="7043973" y="1743394"/>
                  <a:pt x="7076983" y="1772878"/>
                  <a:pt x="7090828" y="1750287"/>
                </a:cubicBezTo>
                <a:cubicBezTo>
                  <a:pt x="7105590" y="1758041"/>
                  <a:pt x="7107688" y="1770308"/>
                  <a:pt x="7114479" y="1754649"/>
                </a:cubicBezTo>
                <a:cubicBezTo>
                  <a:pt x="7126350" y="1758420"/>
                  <a:pt x="7153167" y="1769741"/>
                  <a:pt x="7162053" y="1772908"/>
                </a:cubicBezTo>
                <a:lnTo>
                  <a:pt x="7167808" y="1773656"/>
                </a:lnTo>
                <a:lnTo>
                  <a:pt x="7187185" y="1787148"/>
                </a:lnTo>
                <a:lnTo>
                  <a:pt x="7216505" y="1804489"/>
                </a:lnTo>
                <a:lnTo>
                  <a:pt x="7219246" y="1804514"/>
                </a:lnTo>
                <a:lnTo>
                  <a:pt x="7230639" y="1813879"/>
                </a:lnTo>
                <a:cubicBezTo>
                  <a:pt x="7233815" y="1817438"/>
                  <a:pt x="7236006" y="1821285"/>
                  <a:pt x="7236776" y="1825514"/>
                </a:cubicBezTo>
                <a:cubicBezTo>
                  <a:pt x="7301762" y="1828337"/>
                  <a:pt x="7336564" y="1860417"/>
                  <a:pt x="7394082" y="1877925"/>
                </a:cubicBezTo>
                <a:cubicBezTo>
                  <a:pt x="7452342" y="1904287"/>
                  <a:pt x="7466551" y="1917411"/>
                  <a:pt x="7505820" y="1933859"/>
                </a:cubicBezTo>
                <a:cubicBezTo>
                  <a:pt x="7522528" y="1943253"/>
                  <a:pt x="7574803" y="2016599"/>
                  <a:pt x="7572147" y="2003817"/>
                </a:cubicBezTo>
                <a:cubicBezTo>
                  <a:pt x="7612486" y="2043915"/>
                  <a:pt x="7771831" y="2029022"/>
                  <a:pt x="7828975" y="2061508"/>
                </a:cubicBezTo>
                <a:lnTo>
                  <a:pt x="7886804" y="2075509"/>
                </a:lnTo>
                <a:cubicBezTo>
                  <a:pt x="7859463" y="2091010"/>
                  <a:pt x="7941076" y="2081130"/>
                  <a:pt x="7923558" y="2103529"/>
                </a:cubicBezTo>
                <a:lnTo>
                  <a:pt x="7947954" y="2104996"/>
                </a:lnTo>
                <a:lnTo>
                  <a:pt x="7952318" y="2105077"/>
                </a:lnTo>
                <a:lnTo>
                  <a:pt x="7966398" y="2109147"/>
                </a:lnTo>
                <a:lnTo>
                  <a:pt x="7974591" y="2105612"/>
                </a:lnTo>
                <a:lnTo>
                  <a:pt x="7998806" y="2108382"/>
                </a:lnTo>
                <a:cubicBezTo>
                  <a:pt x="8007224" y="2110145"/>
                  <a:pt x="8015519" y="2112885"/>
                  <a:pt x="8023544" y="2117183"/>
                </a:cubicBezTo>
                <a:cubicBezTo>
                  <a:pt x="8042536" y="2139405"/>
                  <a:pt x="8113922" y="2135674"/>
                  <a:pt x="8136247" y="2164190"/>
                </a:cubicBezTo>
                <a:cubicBezTo>
                  <a:pt x="8146485" y="2173150"/>
                  <a:pt x="8190564" y="2191557"/>
                  <a:pt x="8206445" y="2189356"/>
                </a:cubicBezTo>
                <a:cubicBezTo>
                  <a:pt x="8217189" y="2192022"/>
                  <a:pt x="8225092" y="2198625"/>
                  <a:pt x="8237464" y="2194272"/>
                </a:cubicBezTo>
                <a:cubicBezTo>
                  <a:pt x="8254235" y="2189840"/>
                  <a:pt x="8270768" y="2214957"/>
                  <a:pt x="8277853" y="2204259"/>
                </a:cubicBezTo>
                <a:cubicBezTo>
                  <a:pt x="8289971" y="2221808"/>
                  <a:pt x="8328475" y="2213978"/>
                  <a:pt x="8352501" y="2218290"/>
                </a:cubicBezTo>
                <a:cubicBezTo>
                  <a:pt x="8359916" y="2233716"/>
                  <a:pt x="8403014" y="2227555"/>
                  <a:pt x="8446938" y="2243393"/>
                </a:cubicBezTo>
                <a:cubicBezTo>
                  <a:pt x="8454511" y="2260801"/>
                  <a:pt x="8476684" y="2253935"/>
                  <a:pt x="8497138" y="2281506"/>
                </a:cubicBezTo>
                <a:cubicBezTo>
                  <a:pt x="8499906" y="2280770"/>
                  <a:pt x="8502925" y="2280276"/>
                  <a:pt x="8506096" y="2280042"/>
                </a:cubicBezTo>
                <a:cubicBezTo>
                  <a:pt x="8524529" y="2278674"/>
                  <a:pt x="8544098" y="2286123"/>
                  <a:pt x="8549806" y="2296675"/>
                </a:cubicBezTo>
                <a:cubicBezTo>
                  <a:pt x="8586026" y="2337107"/>
                  <a:pt x="8636988" y="2356250"/>
                  <a:pt x="8680256" y="2378758"/>
                </a:cubicBezTo>
                <a:cubicBezTo>
                  <a:pt x="8731302" y="2402123"/>
                  <a:pt x="8717522" y="2366494"/>
                  <a:pt x="8766301" y="2410605"/>
                </a:cubicBezTo>
                <a:cubicBezTo>
                  <a:pt x="8780965" y="2405907"/>
                  <a:pt x="8789790" y="2408871"/>
                  <a:pt x="8800492" y="2418067"/>
                </a:cubicBezTo>
                <a:cubicBezTo>
                  <a:pt x="8825856" y="2428860"/>
                  <a:pt x="8842594" y="2409144"/>
                  <a:pt x="8857555" y="2430810"/>
                </a:cubicBezTo>
                <a:cubicBezTo>
                  <a:pt x="8882799" y="2437942"/>
                  <a:pt x="8927730" y="2453942"/>
                  <a:pt x="8951967" y="2460856"/>
                </a:cubicBezTo>
                <a:cubicBezTo>
                  <a:pt x="8978331" y="2469875"/>
                  <a:pt x="8959838" y="2488515"/>
                  <a:pt x="9002970" y="2472291"/>
                </a:cubicBezTo>
                <a:cubicBezTo>
                  <a:pt x="9023997" y="2488383"/>
                  <a:pt x="9039735" y="2479669"/>
                  <a:pt x="9081613" y="2488296"/>
                </a:cubicBezTo>
                <a:lnTo>
                  <a:pt x="9091561" y="2494386"/>
                </a:lnTo>
                <a:lnTo>
                  <a:pt x="9140625" y="2486779"/>
                </a:lnTo>
                <a:cubicBezTo>
                  <a:pt x="9207053" y="2531245"/>
                  <a:pt x="9151264" y="2467994"/>
                  <a:pt x="9271105" y="2511730"/>
                </a:cubicBezTo>
                <a:cubicBezTo>
                  <a:pt x="9275764" y="2517275"/>
                  <a:pt x="9293352" y="2518083"/>
                  <a:pt x="9295023" y="2512830"/>
                </a:cubicBezTo>
                <a:cubicBezTo>
                  <a:pt x="9301933" y="2516606"/>
                  <a:pt x="9314623" y="2531276"/>
                  <a:pt x="9321673" y="2524119"/>
                </a:cubicBezTo>
                <a:cubicBezTo>
                  <a:pt x="9341881" y="2529408"/>
                  <a:pt x="9361130" y="2536033"/>
                  <a:pt x="9378975" y="2543803"/>
                </a:cubicBezTo>
                <a:lnTo>
                  <a:pt x="9414193" y="2562927"/>
                </a:lnTo>
                <a:lnTo>
                  <a:pt x="9426009" y="2558847"/>
                </a:lnTo>
                <a:cubicBezTo>
                  <a:pt x="9433598" y="2557225"/>
                  <a:pt x="9441714" y="2557145"/>
                  <a:pt x="9450634" y="2560685"/>
                </a:cubicBezTo>
                <a:cubicBezTo>
                  <a:pt x="9496298" y="2596479"/>
                  <a:pt x="9461586" y="2547391"/>
                  <a:pt x="9549097" y="2585168"/>
                </a:cubicBezTo>
                <a:cubicBezTo>
                  <a:pt x="9551956" y="2589460"/>
                  <a:pt x="9565592" y="2590888"/>
                  <a:pt x="9567633" y="2587105"/>
                </a:cubicBezTo>
                <a:cubicBezTo>
                  <a:pt x="9572507" y="2590206"/>
                  <a:pt x="9580361" y="2601581"/>
                  <a:pt x="9586878" y="2596659"/>
                </a:cubicBezTo>
                <a:lnTo>
                  <a:pt x="9589974" y="2598235"/>
                </a:lnTo>
                <a:lnTo>
                  <a:pt x="9590570" y="2598249"/>
                </a:lnTo>
                <a:lnTo>
                  <a:pt x="9591896" y="2599214"/>
                </a:lnTo>
                <a:lnTo>
                  <a:pt x="9604535" y="2605654"/>
                </a:lnTo>
                <a:lnTo>
                  <a:pt x="9610554" y="2606189"/>
                </a:lnTo>
                <a:cubicBezTo>
                  <a:pt x="9641361" y="2613359"/>
                  <a:pt x="9668752" y="2624572"/>
                  <a:pt x="9690072" y="2638745"/>
                </a:cubicBezTo>
                <a:cubicBezTo>
                  <a:pt x="9723195" y="2641319"/>
                  <a:pt x="9726446" y="2647335"/>
                  <a:pt x="9726964" y="2653728"/>
                </a:cubicBezTo>
                <a:cubicBezTo>
                  <a:pt x="9734958" y="2656403"/>
                  <a:pt x="9731670" y="2653170"/>
                  <a:pt x="9738036" y="2654794"/>
                </a:cubicBezTo>
                <a:cubicBezTo>
                  <a:pt x="9745908" y="2657757"/>
                  <a:pt x="9765000" y="2668100"/>
                  <a:pt x="9774202" y="2671509"/>
                </a:cubicBezTo>
                <a:lnTo>
                  <a:pt x="9793246" y="2675245"/>
                </a:lnTo>
                <a:cubicBezTo>
                  <a:pt x="9812596" y="2680039"/>
                  <a:pt x="9869995" y="2696274"/>
                  <a:pt x="9890301" y="2700274"/>
                </a:cubicBezTo>
                <a:cubicBezTo>
                  <a:pt x="9900631" y="2696314"/>
                  <a:pt x="9908572" y="2696560"/>
                  <a:pt x="9915070" y="2699250"/>
                </a:cubicBezTo>
                <a:lnTo>
                  <a:pt x="9976517" y="2732899"/>
                </a:lnTo>
                <a:cubicBezTo>
                  <a:pt x="9981869" y="2727000"/>
                  <a:pt x="9984699" y="2731165"/>
                  <a:pt x="9990168" y="2737877"/>
                </a:cubicBezTo>
                <a:lnTo>
                  <a:pt x="9995041" y="2741223"/>
                </a:lnTo>
                <a:lnTo>
                  <a:pt x="10012636" y="2729876"/>
                </a:lnTo>
                <a:lnTo>
                  <a:pt x="10044280" y="2726966"/>
                </a:lnTo>
                <a:lnTo>
                  <a:pt x="10057934" y="2735671"/>
                </a:lnTo>
                <a:cubicBezTo>
                  <a:pt x="10075281" y="2744341"/>
                  <a:pt x="10128594" y="2769607"/>
                  <a:pt x="10148373" y="2778987"/>
                </a:cubicBezTo>
                <a:lnTo>
                  <a:pt x="10176601" y="2791940"/>
                </a:lnTo>
                <a:cubicBezTo>
                  <a:pt x="10185319" y="2817937"/>
                  <a:pt x="10238746" y="2788423"/>
                  <a:pt x="10235082" y="2816761"/>
                </a:cubicBezTo>
                <a:cubicBezTo>
                  <a:pt x="10261478" y="2797979"/>
                  <a:pt x="10382486" y="2835579"/>
                  <a:pt x="10421684" y="2833871"/>
                </a:cubicBezTo>
                <a:cubicBezTo>
                  <a:pt x="10427369" y="2846480"/>
                  <a:pt x="10490893" y="2829473"/>
                  <a:pt x="10507376" y="2822262"/>
                </a:cubicBezTo>
                <a:cubicBezTo>
                  <a:pt x="10633551" y="2812985"/>
                  <a:pt x="10703974" y="2842678"/>
                  <a:pt x="10738376" y="2833353"/>
                </a:cubicBezTo>
                <a:cubicBezTo>
                  <a:pt x="10827719" y="2830304"/>
                  <a:pt x="10976757" y="2802522"/>
                  <a:pt x="11043443" y="2803954"/>
                </a:cubicBezTo>
                <a:cubicBezTo>
                  <a:pt x="11049567" y="2823106"/>
                  <a:pt x="11121061" y="2794142"/>
                  <a:pt x="11115269" y="2823367"/>
                </a:cubicBezTo>
                <a:cubicBezTo>
                  <a:pt x="11122168" y="2835110"/>
                  <a:pt x="11139334" y="2833959"/>
                  <a:pt x="11147582" y="2822547"/>
                </a:cubicBezTo>
                <a:cubicBezTo>
                  <a:pt x="11168093" y="2823815"/>
                  <a:pt x="11180424" y="2837446"/>
                  <a:pt x="11201205" y="2818210"/>
                </a:cubicBezTo>
                <a:cubicBezTo>
                  <a:pt x="11229430" y="2819282"/>
                  <a:pt x="11368539" y="2855696"/>
                  <a:pt x="11391726" y="2826386"/>
                </a:cubicBezTo>
                <a:cubicBezTo>
                  <a:pt x="11480791" y="2839198"/>
                  <a:pt x="11451058" y="2820936"/>
                  <a:pt x="11507640" y="2824866"/>
                </a:cubicBezTo>
                <a:cubicBezTo>
                  <a:pt x="11607733" y="2861658"/>
                  <a:pt x="11671908" y="2815146"/>
                  <a:pt x="11718056" y="2821969"/>
                </a:cubicBezTo>
                <a:cubicBezTo>
                  <a:pt x="11816707" y="2792061"/>
                  <a:pt x="11860087" y="2819031"/>
                  <a:pt x="11937926" y="2817058"/>
                </a:cubicBezTo>
                <a:cubicBezTo>
                  <a:pt x="11973607" y="2824139"/>
                  <a:pt x="11989529" y="2794506"/>
                  <a:pt x="12035355" y="2813340"/>
                </a:cubicBezTo>
                <a:cubicBezTo>
                  <a:pt x="12062147" y="2782988"/>
                  <a:pt x="12154841" y="2795794"/>
                  <a:pt x="12179047" y="2788508"/>
                </a:cubicBezTo>
                <a:lnTo>
                  <a:pt x="12192000" y="2788486"/>
                </a:lnTo>
                <a:lnTo>
                  <a:pt x="12192000" y="3378280"/>
                </a:lnTo>
                <a:lnTo>
                  <a:pt x="0" y="337828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7553F-EE65-7AD3-E8DE-086B109D9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656" y="2139188"/>
            <a:ext cx="9561345" cy="2206171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Prêt à </a:t>
            </a:r>
            <a:r>
              <a:rPr lang="en-US" sz="5400" b="1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relever</a:t>
            </a:r>
            <a:r>
              <a:rPr lang="en-US" sz="54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 le </a:t>
            </a:r>
            <a:r>
              <a:rPr lang="en-US" sz="5400" b="1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défi</a:t>
            </a:r>
            <a:r>
              <a:rPr lang="en-US" sz="54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 ?</a:t>
            </a:r>
            <a:r>
              <a:rPr lang="en-US" sz="5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 Le monde du chaos vous attend. </a:t>
            </a:r>
            <a:r>
              <a:rPr lang="en-US" sz="54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Courrez</a:t>
            </a:r>
            <a:r>
              <a:rPr lang="en-US" sz="5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, </a:t>
            </a:r>
            <a:r>
              <a:rPr lang="en-US" sz="54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sautez</a:t>
            </a:r>
            <a:r>
              <a:rPr lang="en-US" sz="5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, </a:t>
            </a:r>
            <a:r>
              <a:rPr lang="en-US" sz="54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tirez</a:t>
            </a:r>
            <a:r>
              <a:rPr lang="en-US" sz="5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 et </a:t>
            </a:r>
            <a:r>
              <a:rPr lang="en-US" sz="54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survivez</a:t>
            </a:r>
            <a:r>
              <a:rPr lang="en-US" sz="5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 </a:t>
            </a:r>
            <a:r>
              <a:rPr lang="en-US" sz="54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aussi</a:t>
            </a:r>
            <a:r>
              <a:rPr lang="en-US" sz="5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 </a:t>
            </a:r>
            <a:r>
              <a:rPr lang="en-US" sz="54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longtemps</a:t>
            </a:r>
            <a:r>
              <a:rPr lang="en-US" sz="5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 </a:t>
            </a:r>
            <a:r>
              <a:rPr lang="en-US" sz="54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que</a:t>
            </a:r>
            <a:r>
              <a:rPr lang="en-US" sz="5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 possible. Combien de points </a:t>
            </a:r>
            <a:r>
              <a:rPr lang="en-US" sz="54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pouvez</a:t>
            </a:r>
            <a:r>
              <a:rPr lang="en-US" sz="5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-vous </a:t>
            </a:r>
            <a:r>
              <a:rPr lang="en-US" sz="54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atteindre</a:t>
            </a:r>
            <a:r>
              <a:rPr lang="en-US" sz="5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Nyala"/>
              </a:rPr>
              <a:t> ?</a:t>
            </a:r>
          </a:p>
          <a:p>
            <a:pPr algn="ctr"/>
            <a:endParaRPr lang="en-US" sz="5400" kern="1200" dirty="0">
              <a:solidFill>
                <a:schemeClr val="tx1">
                  <a:lumMod val="85000"/>
                  <a:lumOff val="15000"/>
                </a:schemeClr>
              </a:solidFill>
              <a:latin typeface="Nyala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EFD2FD1-B3A5-4E1D-BCC8-7684A5440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90051" y="0"/>
            <a:ext cx="7301949" cy="91834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410677 w 9517857"/>
              <a:gd name="connsiteY93" fmla="*/ 172167 h 918356"/>
              <a:gd name="connsiteX94" fmla="*/ 8617841 w 9517857"/>
              <a:gd name="connsiteY94" fmla="*/ 155167 h 918356"/>
              <a:gd name="connsiteX95" fmla="*/ 8715976 w 9517857"/>
              <a:gd name="connsiteY95" fmla="*/ 178374 h 918356"/>
              <a:gd name="connsiteX96" fmla="*/ 8778827 w 9517857"/>
              <a:gd name="connsiteY96" fmla="*/ 172936 h 918356"/>
              <a:gd name="connsiteX97" fmla="*/ 8840778 w 9517857"/>
              <a:gd name="connsiteY97" fmla="*/ 143149 h 918356"/>
              <a:gd name="connsiteX98" fmla="*/ 9010380 w 9517857"/>
              <a:gd name="connsiteY98" fmla="*/ 91891 h 918356"/>
              <a:gd name="connsiteX99" fmla="*/ 9110856 w 9517857"/>
              <a:gd name="connsiteY99" fmla="*/ 70997 h 918356"/>
              <a:gd name="connsiteX100" fmla="*/ 9268817 w 9517857"/>
              <a:gd name="connsiteY100" fmla="*/ 53082 h 918356"/>
              <a:gd name="connsiteX101" fmla="*/ 9316667 w 9517857"/>
              <a:gd name="connsiteY101" fmla="*/ 45047 h 918356"/>
              <a:gd name="connsiteX102" fmla="*/ 9428209 w 9517857"/>
              <a:gd name="connsiteY102" fmla="*/ 29923 h 918356"/>
              <a:gd name="connsiteX103" fmla="*/ 9517856 w 9517857"/>
              <a:gd name="connsiteY103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551625 w 9517857"/>
              <a:gd name="connsiteY93" fmla="*/ 16151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4981173 w 9517857"/>
              <a:gd name="connsiteY68" fmla="*/ 247091 h 918344"/>
              <a:gd name="connsiteX69" fmla="*/ 5060397 w 9517857"/>
              <a:gd name="connsiteY69" fmla="*/ 263676 h 918344"/>
              <a:gd name="connsiteX70" fmla="*/ 5252996 w 9517857"/>
              <a:gd name="connsiteY70" fmla="*/ 270643 h 918344"/>
              <a:gd name="connsiteX71" fmla="*/ 5358056 w 9517857"/>
              <a:gd name="connsiteY71" fmla="*/ 247236 h 918344"/>
              <a:gd name="connsiteX72" fmla="*/ 5426496 w 9517857"/>
              <a:gd name="connsiteY72" fmla="*/ 235130 h 918344"/>
              <a:gd name="connsiteX73" fmla="*/ 5497161 w 9517857"/>
              <a:gd name="connsiteY73" fmla="*/ 228796 h 918344"/>
              <a:gd name="connsiteX74" fmla="*/ 5826043 w 9517857"/>
              <a:gd name="connsiteY74" fmla="*/ 148061 h 918344"/>
              <a:gd name="connsiteX75" fmla="*/ 6013415 w 9517857"/>
              <a:gd name="connsiteY75" fmla="*/ 137304 h 918344"/>
              <a:gd name="connsiteX76" fmla="*/ 6080994 w 9517857"/>
              <a:gd name="connsiteY76" fmla="*/ 142926 h 918344"/>
              <a:gd name="connsiteX77" fmla="*/ 6194152 w 9517857"/>
              <a:gd name="connsiteY77" fmla="*/ 151760 h 918344"/>
              <a:gd name="connsiteX78" fmla="*/ 6281379 w 9517857"/>
              <a:gd name="connsiteY78" fmla="*/ 181614 h 918344"/>
              <a:gd name="connsiteX79" fmla="*/ 6374947 w 9517857"/>
              <a:gd name="connsiteY79" fmla="*/ 179787 h 918344"/>
              <a:gd name="connsiteX80" fmla="*/ 6448518 w 9517857"/>
              <a:gd name="connsiteY80" fmla="*/ 164366 h 918344"/>
              <a:gd name="connsiteX81" fmla="*/ 6544700 w 9517857"/>
              <a:gd name="connsiteY81" fmla="*/ 167149 h 918344"/>
              <a:gd name="connsiteX82" fmla="*/ 6648353 w 9517857"/>
              <a:gd name="connsiteY82" fmla="*/ 172238 h 918344"/>
              <a:gd name="connsiteX83" fmla="*/ 6736227 w 9517857"/>
              <a:gd name="connsiteY83" fmla="*/ 173204 h 918344"/>
              <a:gd name="connsiteX84" fmla="*/ 6977218 w 9517857"/>
              <a:gd name="connsiteY84" fmla="*/ 184277 h 918344"/>
              <a:gd name="connsiteX85" fmla="*/ 7065221 w 9517857"/>
              <a:gd name="connsiteY85" fmla="*/ 227519 h 918344"/>
              <a:gd name="connsiteX86" fmla="*/ 7565449 w 9517857"/>
              <a:gd name="connsiteY86" fmla="*/ 258938 h 918344"/>
              <a:gd name="connsiteX87" fmla="*/ 7599285 w 9517857"/>
              <a:gd name="connsiteY87" fmla="*/ 266009 h 918344"/>
              <a:gd name="connsiteX88" fmla="*/ 7644411 w 9517857"/>
              <a:gd name="connsiteY88" fmla="*/ 258974 h 918344"/>
              <a:gd name="connsiteX89" fmla="*/ 7825110 w 9517857"/>
              <a:gd name="connsiteY89" fmla="*/ 229097 h 918344"/>
              <a:gd name="connsiteX90" fmla="*/ 7965804 w 9517857"/>
              <a:gd name="connsiteY90" fmla="*/ 190533 h 918344"/>
              <a:gd name="connsiteX91" fmla="*/ 8147401 w 9517857"/>
              <a:gd name="connsiteY91" fmla="*/ 205605 h 918344"/>
              <a:gd name="connsiteX92" fmla="*/ 8256033 w 9517857"/>
              <a:gd name="connsiteY92" fmla="*/ 193701 h 918344"/>
              <a:gd name="connsiteX93" fmla="*/ 8551625 w 9517857"/>
              <a:gd name="connsiteY93" fmla="*/ 161505 h 918344"/>
              <a:gd name="connsiteX94" fmla="*/ 8715976 w 9517857"/>
              <a:gd name="connsiteY94" fmla="*/ 178362 h 918344"/>
              <a:gd name="connsiteX95" fmla="*/ 8778827 w 9517857"/>
              <a:gd name="connsiteY95" fmla="*/ 172924 h 918344"/>
              <a:gd name="connsiteX96" fmla="*/ 8840778 w 9517857"/>
              <a:gd name="connsiteY96" fmla="*/ 143137 h 918344"/>
              <a:gd name="connsiteX97" fmla="*/ 9010380 w 9517857"/>
              <a:gd name="connsiteY97" fmla="*/ 91879 h 918344"/>
              <a:gd name="connsiteX98" fmla="*/ 9110856 w 9517857"/>
              <a:gd name="connsiteY98" fmla="*/ 70985 h 918344"/>
              <a:gd name="connsiteX99" fmla="*/ 9268817 w 9517857"/>
              <a:gd name="connsiteY99" fmla="*/ 53070 h 918344"/>
              <a:gd name="connsiteX100" fmla="*/ 9316667 w 9517857"/>
              <a:gd name="connsiteY100" fmla="*/ 45035 h 918344"/>
              <a:gd name="connsiteX101" fmla="*/ 9428209 w 9517857"/>
              <a:gd name="connsiteY101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5060397 w 9517857"/>
              <a:gd name="connsiteY68" fmla="*/ 263676 h 918344"/>
              <a:gd name="connsiteX69" fmla="*/ 5252996 w 9517857"/>
              <a:gd name="connsiteY69" fmla="*/ 270643 h 918344"/>
              <a:gd name="connsiteX70" fmla="*/ 5358056 w 9517857"/>
              <a:gd name="connsiteY70" fmla="*/ 247236 h 918344"/>
              <a:gd name="connsiteX71" fmla="*/ 5426496 w 9517857"/>
              <a:gd name="connsiteY71" fmla="*/ 235130 h 918344"/>
              <a:gd name="connsiteX72" fmla="*/ 5497161 w 9517857"/>
              <a:gd name="connsiteY72" fmla="*/ 228796 h 918344"/>
              <a:gd name="connsiteX73" fmla="*/ 5826043 w 9517857"/>
              <a:gd name="connsiteY73" fmla="*/ 148061 h 918344"/>
              <a:gd name="connsiteX74" fmla="*/ 6013415 w 9517857"/>
              <a:gd name="connsiteY74" fmla="*/ 137304 h 918344"/>
              <a:gd name="connsiteX75" fmla="*/ 6080994 w 9517857"/>
              <a:gd name="connsiteY75" fmla="*/ 142926 h 918344"/>
              <a:gd name="connsiteX76" fmla="*/ 6194152 w 9517857"/>
              <a:gd name="connsiteY76" fmla="*/ 151760 h 918344"/>
              <a:gd name="connsiteX77" fmla="*/ 6281379 w 9517857"/>
              <a:gd name="connsiteY77" fmla="*/ 181614 h 918344"/>
              <a:gd name="connsiteX78" fmla="*/ 6374947 w 9517857"/>
              <a:gd name="connsiteY78" fmla="*/ 179787 h 918344"/>
              <a:gd name="connsiteX79" fmla="*/ 6448518 w 9517857"/>
              <a:gd name="connsiteY79" fmla="*/ 164366 h 918344"/>
              <a:gd name="connsiteX80" fmla="*/ 6544700 w 9517857"/>
              <a:gd name="connsiteY80" fmla="*/ 167149 h 918344"/>
              <a:gd name="connsiteX81" fmla="*/ 6648353 w 9517857"/>
              <a:gd name="connsiteY81" fmla="*/ 172238 h 918344"/>
              <a:gd name="connsiteX82" fmla="*/ 6736227 w 9517857"/>
              <a:gd name="connsiteY82" fmla="*/ 173204 h 918344"/>
              <a:gd name="connsiteX83" fmla="*/ 6977218 w 9517857"/>
              <a:gd name="connsiteY83" fmla="*/ 184277 h 918344"/>
              <a:gd name="connsiteX84" fmla="*/ 7065221 w 9517857"/>
              <a:gd name="connsiteY84" fmla="*/ 227519 h 918344"/>
              <a:gd name="connsiteX85" fmla="*/ 7565449 w 9517857"/>
              <a:gd name="connsiteY85" fmla="*/ 258938 h 918344"/>
              <a:gd name="connsiteX86" fmla="*/ 7599285 w 9517857"/>
              <a:gd name="connsiteY86" fmla="*/ 266009 h 918344"/>
              <a:gd name="connsiteX87" fmla="*/ 7644411 w 9517857"/>
              <a:gd name="connsiteY87" fmla="*/ 258974 h 918344"/>
              <a:gd name="connsiteX88" fmla="*/ 7825110 w 9517857"/>
              <a:gd name="connsiteY88" fmla="*/ 229097 h 918344"/>
              <a:gd name="connsiteX89" fmla="*/ 7965804 w 9517857"/>
              <a:gd name="connsiteY89" fmla="*/ 190533 h 918344"/>
              <a:gd name="connsiteX90" fmla="*/ 8147401 w 9517857"/>
              <a:gd name="connsiteY90" fmla="*/ 205605 h 918344"/>
              <a:gd name="connsiteX91" fmla="*/ 8256033 w 9517857"/>
              <a:gd name="connsiteY91" fmla="*/ 193701 h 918344"/>
              <a:gd name="connsiteX92" fmla="*/ 8551625 w 9517857"/>
              <a:gd name="connsiteY92" fmla="*/ 161505 h 918344"/>
              <a:gd name="connsiteX93" fmla="*/ 8715976 w 9517857"/>
              <a:gd name="connsiteY93" fmla="*/ 178362 h 918344"/>
              <a:gd name="connsiteX94" fmla="*/ 8778827 w 9517857"/>
              <a:gd name="connsiteY94" fmla="*/ 172924 h 918344"/>
              <a:gd name="connsiteX95" fmla="*/ 8840778 w 9517857"/>
              <a:gd name="connsiteY95" fmla="*/ 143137 h 918344"/>
              <a:gd name="connsiteX96" fmla="*/ 9010380 w 9517857"/>
              <a:gd name="connsiteY96" fmla="*/ 91879 h 918344"/>
              <a:gd name="connsiteX97" fmla="*/ 9110856 w 9517857"/>
              <a:gd name="connsiteY97" fmla="*/ 70985 h 918344"/>
              <a:gd name="connsiteX98" fmla="*/ 9268817 w 9517857"/>
              <a:gd name="connsiteY98" fmla="*/ 53070 h 918344"/>
              <a:gd name="connsiteX99" fmla="*/ 9316667 w 9517857"/>
              <a:gd name="connsiteY99" fmla="*/ 45035 h 918344"/>
              <a:gd name="connsiteX100" fmla="*/ 9428209 w 9517857"/>
              <a:gd name="connsiteY100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26043 w 9517857"/>
              <a:gd name="connsiteY72" fmla="*/ 148061 h 918344"/>
              <a:gd name="connsiteX73" fmla="*/ 6013415 w 9517857"/>
              <a:gd name="connsiteY73" fmla="*/ 137304 h 918344"/>
              <a:gd name="connsiteX74" fmla="*/ 6080994 w 9517857"/>
              <a:gd name="connsiteY74" fmla="*/ 142926 h 918344"/>
              <a:gd name="connsiteX75" fmla="*/ 6194152 w 9517857"/>
              <a:gd name="connsiteY75" fmla="*/ 151760 h 918344"/>
              <a:gd name="connsiteX76" fmla="*/ 6281379 w 9517857"/>
              <a:gd name="connsiteY76" fmla="*/ 181614 h 918344"/>
              <a:gd name="connsiteX77" fmla="*/ 6374947 w 9517857"/>
              <a:gd name="connsiteY77" fmla="*/ 179787 h 918344"/>
              <a:gd name="connsiteX78" fmla="*/ 6448518 w 9517857"/>
              <a:gd name="connsiteY78" fmla="*/ 164366 h 918344"/>
              <a:gd name="connsiteX79" fmla="*/ 6544700 w 9517857"/>
              <a:gd name="connsiteY79" fmla="*/ 167149 h 918344"/>
              <a:gd name="connsiteX80" fmla="*/ 6648353 w 9517857"/>
              <a:gd name="connsiteY80" fmla="*/ 172238 h 918344"/>
              <a:gd name="connsiteX81" fmla="*/ 6736227 w 9517857"/>
              <a:gd name="connsiteY81" fmla="*/ 173204 h 918344"/>
              <a:gd name="connsiteX82" fmla="*/ 6977218 w 9517857"/>
              <a:gd name="connsiteY82" fmla="*/ 184277 h 918344"/>
              <a:gd name="connsiteX83" fmla="*/ 7065221 w 9517857"/>
              <a:gd name="connsiteY83" fmla="*/ 227519 h 918344"/>
              <a:gd name="connsiteX84" fmla="*/ 7565449 w 9517857"/>
              <a:gd name="connsiteY84" fmla="*/ 258938 h 918344"/>
              <a:gd name="connsiteX85" fmla="*/ 7599285 w 9517857"/>
              <a:gd name="connsiteY85" fmla="*/ 266009 h 918344"/>
              <a:gd name="connsiteX86" fmla="*/ 7644411 w 9517857"/>
              <a:gd name="connsiteY86" fmla="*/ 258974 h 918344"/>
              <a:gd name="connsiteX87" fmla="*/ 7825110 w 9517857"/>
              <a:gd name="connsiteY87" fmla="*/ 229097 h 918344"/>
              <a:gd name="connsiteX88" fmla="*/ 7965804 w 9517857"/>
              <a:gd name="connsiteY88" fmla="*/ 190533 h 918344"/>
              <a:gd name="connsiteX89" fmla="*/ 8147401 w 9517857"/>
              <a:gd name="connsiteY89" fmla="*/ 205605 h 918344"/>
              <a:gd name="connsiteX90" fmla="*/ 8256033 w 9517857"/>
              <a:gd name="connsiteY90" fmla="*/ 193701 h 918344"/>
              <a:gd name="connsiteX91" fmla="*/ 8551625 w 9517857"/>
              <a:gd name="connsiteY91" fmla="*/ 161505 h 918344"/>
              <a:gd name="connsiteX92" fmla="*/ 8715976 w 9517857"/>
              <a:gd name="connsiteY92" fmla="*/ 178362 h 918344"/>
              <a:gd name="connsiteX93" fmla="*/ 8778827 w 9517857"/>
              <a:gd name="connsiteY93" fmla="*/ 172924 h 918344"/>
              <a:gd name="connsiteX94" fmla="*/ 8840778 w 9517857"/>
              <a:gd name="connsiteY94" fmla="*/ 143137 h 918344"/>
              <a:gd name="connsiteX95" fmla="*/ 9010380 w 9517857"/>
              <a:gd name="connsiteY95" fmla="*/ 91879 h 918344"/>
              <a:gd name="connsiteX96" fmla="*/ 9110856 w 9517857"/>
              <a:gd name="connsiteY96" fmla="*/ 70985 h 918344"/>
              <a:gd name="connsiteX97" fmla="*/ 9268817 w 9517857"/>
              <a:gd name="connsiteY97" fmla="*/ 53070 h 918344"/>
              <a:gd name="connsiteX98" fmla="*/ 9316667 w 9517857"/>
              <a:gd name="connsiteY98" fmla="*/ 45035 h 918344"/>
              <a:gd name="connsiteX99" fmla="*/ 9428209 w 9517857"/>
              <a:gd name="connsiteY99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6013415 w 9517857"/>
              <a:gd name="connsiteY72" fmla="*/ 13730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433745 w 9517857"/>
              <a:gd name="connsiteY84" fmla="*/ 24695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547829 w 9517857"/>
              <a:gd name="connsiteY34" fmla="*/ 5661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47401 w 9517857"/>
              <a:gd name="connsiteY86" fmla="*/ 2056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06016 w 9517857"/>
              <a:gd name="connsiteY86" fmla="*/ 2310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6014778 w 9517857"/>
              <a:gd name="connsiteY71" fmla="*/ 16832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840778 w 9517857"/>
              <a:gd name="connsiteY89" fmla="*/ 143137 h 918344"/>
              <a:gd name="connsiteX90" fmla="*/ 9010380 w 9517857"/>
              <a:gd name="connsiteY90" fmla="*/ 91879 h 918344"/>
              <a:gd name="connsiteX91" fmla="*/ 9110856 w 9517857"/>
              <a:gd name="connsiteY91" fmla="*/ 70985 h 918344"/>
              <a:gd name="connsiteX92" fmla="*/ 9268817 w 9517857"/>
              <a:gd name="connsiteY92" fmla="*/ 53070 h 918344"/>
              <a:gd name="connsiteX93" fmla="*/ 9316667 w 9517857"/>
              <a:gd name="connsiteY93" fmla="*/ 45035 h 918344"/>
              <a:gd name="connsiteX94" fmla="*/ 9428209 w 9517857"/>
              <a:gd name="connsiteY94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840778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63955 w 9517857"/>
              <a:gd name="connsiteY85" fmla="*/ 2056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9517857" h="918344">
                <a:moveTo>
                  <a:pt x="4686423" y="247907"/>
                </a:moveTo>
                <a:lnTo>
                  <a:pt x="4689051" y="250956"/>
                </a:lnTo>
                <a:lnTo>
                  <a:pt x="4687244" y="251286"/>
                </a:lnTo>
                <a:lnTo>
                  <a:pt x="4686423" y="247907"/>
                </a:lnTo>
                <a:close/>
                <a:moveTo>
                  <a:pt x="4685225" y="246518"/>
                </a:moveTo>
                <a:cubicBezTo>
                  <a:pt x="4688837" y="243186"/>
                  <a:pt x="4687468" y="244586"/>
                  <a:pt x="4686133" y="246715"/>
                </a:cubicBezTo>
                <a:cubicBezTo>
                  <a:pt x="4686230" y="247112"/>
                  <a:pt x="4686326" y="247510"/>
                  <a:pt x="4686423" y="247907"/>
                </a:cubicBezTo>
                <a:lnTo>
                  <a:pt x="4685225" y="246518"/>
                </a:lnTo>
                <a:close/>
                <a:moveTo>
                  <a:pt x="9428209" y="29911"/>
                </a:moveTo>
                <a:lnTo>
                  <a:pt x="9517857" y="0"/>
                </a:lnTo>
                <a:lnTo>
                  <a:pt x="9517857" y="918344"/>
                </a:lnTo>
                <a:lnTo>
                  <a:pt x="14604" y="918344"/>
                </a:lnTo>
                <a:lnTo>
                  <a:pt x="12841" y="917751"/>
                </a:lnTo>
                <a:cubicBezTo>
                  <a:pt x="4532" y="914852"/>
                  <a:pt x="-773" y="912795"/>
                  <a:pt x="93" y="912459"/>
                </a:cubicBezTo>
                <a:cubicBezTo>
                  <a:pt x="172" y="912286"/>
                  <a:pt x="58594" y="890483"/>
                  <a:pt x="58674" y="890310"/>
                </a:cubicBezTo>
                <a:cubicBezTo>
                  <a:pt x="127436" y="929602"/>
                  <a:pt x="206243" y="828214"/>
                  <a:pt x="275005" y="807217"/>
                </a:cubicBezTo>
                <a:cubicBezTo>
                  <a:pt x="303983" y="806075"/>
                  <a:pt x="504960" y="777363"/>
                  <a:pt x="587824" y="798183"/>
                </a:cubicBezTo>
                <a:cubicBezTo>
                  <a:pt x="598733" y="769336"/>
                  <a:pt x="682904" y="785912"/>
                  <a:pt x="651826" y="738326"/>
                </a:cubicBezTo>
                <a:cubicBezTo>
                  <a:pt x="688440" y="737850"/>
                  <a:pt x="753255" y="750384"/>
                  <a:pt x="727985" y="719814"/>
                </a:cubicBezTo>
                <a:cubicBezTo>
                  <a:pt x="739648" y="718737"/>
                  <a:pt x="775717" y="715075"/>
                  <a:pt x="778982" y="710130"/>
                </a:cubicBezTo>
                <a:cubicBezTo>
                  <a:pt x="779189" y="709395"/>
                  <a:pt x="849736" y="718709"/>
                  <a:pt x="849944" y="717975"/>
                </a:cubicBezTo>
                <a:lnTo>
                  <a:pt x="921659" y="712683"/>
                </a:lnTo>
                <a:lnTo>
                  <a:pt x="930946" y="734034"/>
                </a:lnTo>
                <a:lnTo>
                  <a:pt x="986250" y="713518"/>
                </a:lnTo>
                <a:lnTo>
                  <a:pt x="1013752" y="713349"/>
                </a:lnTo>
                <a:lnTo>
                  <a:pt x="1023734" y="718559"/>
                </a:lnTo>
                <a:cubicBezTo>
                  <a:pt x="1033291" y="721264"/>
                  <a:pt x="1045398" y="721382"/>
                  <a:pt x="1063207" y="715639"/>
                </a:cubicBezTo>
                <a:lnTo>
                  <a:pt x="1081980" y="738443"/>
                </a:lnTo>
                <a:lnTo>
                  <a:pt x="1218120" y="713268"/>
                </a:lnTo>
                <a:cubicBezTo>
                  <a:pt x="1230137" y="716150"/>
                  <a:pt x="1387179" y="685167"/>
                  <a:pt x="1397459" y="691178"/>
                </a:cubicBezTo>
                <a:cubicBezTo>
                  <a:pt x="1490025" y="704972"/>
                  <a:pt x="1465878" y="715592"/>
                  <a:pt x="1580688" y="693685"/>
                </a:cubicBezTo>
                <a:cubicBezTo>
                  <a:pt x="1607067" y="704367"/>
                  <a:pt x="1719477" y="658227"/>
                  <a:pt x="1772334" y="710628"/>
                </a:cubicBezTo>
                <a:cubicBezTo>
                  <a:pt x="1745536" y="644812"/>
                  <a:pt x="1976078" y="716424"/>
                  <a:pt x="2002561" y="659905"/>
                </a:cubicBezTo>
                <a:cubicBezTo>
                  <a:pt x="2045346" y="660345"/>
                  <a:pt x="2166676" y="654379"/>
                  <a:pt x="2135144" y="636489"/>
                </a:cubicBezTo>
                <a:cubicBezTo>
                  <a:pt x="2226022" y="620861"/>
                  <a:pt x="2361353" y="588467"/>
                  <a:pt x="2448505" y="578838"/>
                </a:cubicBezTo>
                <a:cubicBezTo>
                  <a:pt x="2446114" y="626857"/>
                  <a:pt x="2632278" y="528268"/>
                  <a:pt x="2658055" y="578715"/>
                </a:cubicBezTo>
                <a:cubicBezTo>
                  <a:pt x="2670795" y="573569"/>
                  <a:pt x="2682322" y="566993"/>
                  <a:pt x="2693698" y="560017"/>
                </a:cubicBezTo>
                <a:lnTo>
                  <a:pt x="2699673" y="556388"/>
                </a:lnTo>
                <a:lnTo>
                  <a:pt x="2727306" y="550686"/>
                </a:lnTo>
                <a:lnTo>
                  <a:pt x="2730451" y="538046"/>
                </a:lnTo>
                <a:lnTo>
                  <a:pt x="2768713" y="521563"/>
                </a:lnTo>
                <a:cubicBezTo>
                  <a:pt x="2783756" y="517092"/>
                  <a:pt x="2800788" y="514279"/>
                  <a:pt x="2820868" y="514148"/>
                </a:cubicBezTo>
                <a:cubicBezTo>
                  <a:pt x="2894791" y="532873"/>
                  <a:pt x="2981506" y="465495"/>
                  <a:pt x="3073635" y="491282"/>
                </a:cubicBezTo>
                <a:cubicBezTo>
                  <a:pt x="3106872" y="496612"/>
                  <a:pt x="3205785" y="487706"/>
                  <a:pt x="3222071" y="470547"/>
                </a:cubicBezTo>
                <a:cubicBezTo>
                  <a:pt x="3242193" y="465502"/>
                  <a:pt x="3267163" y="469124"/>
                  <a:pt x="3274069" y="451593"/>
                </a:cubicBezTo>
                <a:cubicBezTo>
                  <a:pt x="3286659" y="430153"/>
                  <a:pt x="3363648" y="455559"/>
                  <a:pt x="3349632" y="432571"/>
                </a:cubicBezTo>
                <a:lnTo>
                  <a:pt x="3479593" y="390425"/>
                </a:lnTo>
                <a:cubicBezTo>
                  <a:pt x="3546325" y="380108"/>
                  <a:pt x="3689266" y="375631"/>
                  <a:pt x="3750023" y="370666"/>
                </a:cubicBezTo>
                <a:cubicBezTo>
                  <a:pt x="3810780" y="365701"/>
                  <a:pt x="3796187" y="363985"/>
                  <a:pt x="3844133" y="360636"/>
                </a:cubicBezTo>
                <a:cubicBezTo>
                  <a:pt x="3892079" y="357287"/>
                  <a:pt x="4007004" y="338828"/>
                  <a:pt x="4037701" y="350573"/>
                </a:cubicBezTo>
                <a:cubicBezTo>
                  <a:pt x="4133026" y="338752"/>
                  <a:pt x="4159924" y="363178"/>
                  <a:pt x="4266740" y="361442"/>
                </a:cubicBezTo>
                <a:cubicBezTo>
                  <a:pt x="4385770" y="354362"/>
                  <a:pt x="4314535" y="340131"/>
                  <a:pt x="4430770" y="342631"/>
                </a:cubicBezTo>
                <a:cubicBezTo>
                  <a:pt x="4439969" y="322582"/>
                  <a:pt x="4478290" y="314633"/>
                  <a:pt x="4512664" y="319936"/>
                </a:cubicBezTo>
                <a:cubicBezTo>
                  <a:pt x="4570011" y="315126"/>
                  <a:pt x="4549085" y="269587"/>
                  <a:pt x="4616423" y="290902"/>
                </a:cubicBezTo>
                <a:cubicBezTo>
                  <a:pt x="4599641" y="270265"/>
                  <a:pt x="4692085" y="269204"/>
                  <a:pt x="4691675" y="253999"/>
                </a:cubicBezTo>
                <a:lnTo>
                  <a:pt x="4689051" y="250956"/>
                </a:lnTo>
                <a:lnTo>
                  <a:pt x="4719994" y="245295"/>
                </a:lnTo>
                <a:cubicBezTo>
                  <a:pt x="4732635" y="242763"/>
                  <a:pt x="4745300" y="240323"/>
                  <a:pt x="4752894" y="239863"/>
                </a:cubicBezTo>
                <a:lnTo>
                  <a:pt x="4769329" y="233573"/>
                </a:lnTo>
                <a:lnTo>
                  <a:pt x="4775634" y="234051"/>
                </a:lnTo>
                <a:lnTo>
                  <a:pt x="4790452" y="233560"/>
                </a:lnTo>
                <a:lnTo>
                  <a:pt x="4789062" y="241912"/>
                </a:lnTo>
                <a:cubicBezTo>
                  <a:pt x="4786342" y="249920"/>
                  <a:pt x="4804560" y="248619"/>
                  <a:pt x="4827826" y="246965"/>
                </a:cubicBezTo>
                <a:cubicBezTo>
                  <a:pt x="4875782" y="239557"/>
                  <a:pt x="4874112" y="283401"/>
                  <a:pt x="4892569" y="249921"/>
                </a:cubicBezTo>
                <a:lnTo>
                  <a:pt x="4896611" y="240436"/>
                </a:lnTo>
                <a:lnTo>
                  <a:pt x="4917286" y="243647"/>
                </a:lnTo>
                <a:cubicBezTo>
                  <a:pt x="4944584" y="247520"/>
                  <a:pt x="5004445" y="259177"/>
                  <a:pt x="5060397" y="263676"/>
                </a:cubicBezTo>
                <a:cubicBezTo>
                  <a:pt x="5093356" y="238577"/>
                  <a:pt x="5149615" y="249939"/>
                  <a:pt x="5244719" y="245243"/>
                </a:cubicBezTo>
                <a:cubicBezTo>
                  <a:pt x="5280563" y="216460"/>
                  <a:pt x="5287005" y="287909"/>
                  <a:pt x="5358056" y="247236"/>
                </a:cubicBezTo>
                <a:cubicBezTo>
                  <a:pt x="5361752" y="250245"/>
                  <a:pt x="5403312" y="238203"/>
                  <a:pt x="5426496" y="235130"/>
                </a:cubicBezTo>
                <a:cubicBezTo>
                  <a:pt x="5449679" y="232057"/>
                  <a:pt x="5473549" y="245599"/>
                  <a:pt x="5497161" y="228796"/>
                </a:cubicBezTo>
                <a:cubicBezTo>
                  <a:pt x="5639351" y="214989"/>
                  <a:pt x="5707050" y="169433"/>
                  <a:pt x="5923732" y="187376"/>
                </a:cubicBezTo>
                <a:cubicBezTo>
                  <a:pt x="5980821" y="181528"/>
                  <a:pt x="6140195" y="184371"/>
                  <a:pt x="6194152" y="151760"/>
                </a:cubicBezTo>
                <a:cubicBezTo>
                  <a:pt x="6187280" y="177771"/>
                  <a:pt x="6304222" y="153398"/>
                  <a:pt x="6281379" y="181614"/>
                </a:cubicBezTo>
                <a:cubicBezTo>
                  <a:pt x="6321899" y="201807"/>
                  <a:pt x="6335111" y="162578"/>
                  <a:pt x="6374947" y="179787"/>
                </a:cubicBezTo>
                <a:cubicBezTo>
                  <a:pt x="6417404" y="181324"/>
                  <a:pt x="6402484" y="169682"/>
                  <a:pt x="6448518" y="164366"/>
                </a:cubicBezTo>
                <a:cubicBezTo>
                  <a:pt x="6504958" y="162476"/>
                  <a:pt x="6493438" y="111191"/>
                  <a:pt x="6544700" y="167149"/>
                </a:cubicBezTo>
                <a:cubicBezTo>
                  <a:pt x="6601507" y="148685"/>
                  <a:pt x="6566269" y="164374"/>
                  <a:pt x="6648353" y="172238"/>
                </a:cubicBezTo>
                <a:cubicBezTo>
                  <a:pt x="6680008" y="155211"/>
                  <a:pt x="6707960" y="160661"/>
                  <a:pt x="6736227" y="173204"/>
                </a:cubicBezTo>
                <a:cubicBezTo>
                  <a:pt x="6813963" y="164272"/>
                  <a:pt x="6888143" y="181284"/>
                  <a:pt x="6977218" y="184277"/>
                </a:cubicBezTo>
                <a:cubicBezTo>
                  <a:pt x="7040424" y="188306"/>
                  <a:pt x="7000291" y="215076"/>
                  <a:pt x="7065221" y="227519"/>
                </a:cubicBezTo>
                <a:cubicBezTo>
                  <a:pt x="7130151" y="239962"/>
                  <a:pt x="7277790" y="252523"/>
                  <a:pt x="7366801" y="258938"/>
                </a:cubicBezTo>
                <a:cubicBezTo>
                  <a:pt x="7377311" y="252420"/>
                  <a:pt x="7435314" y="238566"/>
                  <a:pt x="7433745" y="246959"/>
                </a:cubicBezTo>
                <a:cubicBezTo>
                  <a:pt x="7446076" y="243878"/>
                  <a:pt x="7639946" y="245807"/>
                  <a:pt x="7644411" y="258974"/>
                </a:cubicBezTo>
                <a:cubicBezTo>
                  <a:pt x="7708015" y="258000"/>
                  <a:pt x="7770249" y="247712"/>
                  <a:pt x="7825110" y="229097"/>
                </a:cubicBezTo>
                <a:cubicBezTo>
                  <a:pt x="7908941" y="220202"/>
                  <a:pt x="8092134" y="211504"/>
                  <a:pt x="8163955" y="205605"/>
                </a:cubicBezTo>
                <a:cubicBezTo>
                  <a:pt x="8183007" y="196598"/>
                  <a:pt x="8225048" y="207087"/>
                  <a:pt x="8256033" y="193701"/>
                </a:cubicBezTo>
                <a:cubicBezTo>
                  <a:pt x="8334440" y="185293"/>
                  <a:pt x="8474968" y="164062"/>
                  <a:pt x="8551625" y="161505"/>
                </a:cubicBezTo>
                <a:cubicBezTo>
                  <a:pt x="8649083" y="153078"/>
                  <a:pt x="8607056" y="154741"/>
                  <a:pt x="8683515" y="143137"/>
                </a:cubicBezTo>
                <a:cubicBezTo>
                  <a:pt x="8746256" y="121084"/>
                  <a:pt x="8897706" y="99547"/>
                  <a:pt x="9002103" y="85529"/>
                </a:cubicBezTo>
                <a:cubicBezTo>
                  <a:pt x="9018826" y="50490"/>
                  <a:pt x="9112524" y="108345"/>
                  <a:pt x="9110856" y="70985"/>
                </a:cubicBezTo>
                <a:cubicBezTo>
                  <a:pt x="9148189" y="94238"/>
                  <a:pt x="9209809" y="53273"/>
                  <a:pt x="9268817" y="53070"/>
                </a:cubicBezTo>
                <a:cubicBezTo>
                  <a:pt x="9279135" y="35985"/>
                  <a:pt x="9292736" y="36508"/>
                  <a:pt x="9316667" y="45035"/>
                </a:cubicBezTo>
                <a:cubicBezTo>
                  <a:pt x="9352186" y="45850"/>
                  <a:pt x="9390008" y="39787"/>
                  <a:pt x="9428209" y="29911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بالكلمات جاهزون يا أبطال هاي ياي كابتن لا اسمعكم اي ياي كابتن اووووووووه">
            <a:hlinkClick r:id="" action="ppaction://media"/>
            <a:extLst>
              <a:ext uri="{FF2B5EF4-FFF2-40B4-BE49-F238E27FC236}">
                <a16:creationId xmlns:a16="http://schemas.microsoft.com/office/drawing/2014/main" id="{06599F79-5512-ADEA-BEFF-4EC344C5829A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30343.1224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12764" y="640728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855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76531" numSld="999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video game&#10;&#10;AI-generated content may be incorrect.">
            <a:hlinkClick r:id="rId2" action="ppaction://hlinkfile"/>
            <a:extLst>
              <a:ext uri="{FF2B5EF4-FFF2-40B4-BE49-F238E27FC236}">
                <a16:creationId xmlns:a16="http://schemas.microsoft.com/office/drawing/2014/main" id="{AEDB7BA2-746E-5A6F-6409-E4E9B864A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" y="0"/>
            <a:ext cx="12185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42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and green background with green leaves&#10;&#10;AI-generated content may be incorrect.">
            <a:extLst>
              <a:ext uri="{FF2B5EF4-FFF2-40B4-BE49-F238E27FC236}">
                <a16:creationId xmlns:a16="http://schemas.microsoft.com/office/drawing/2014/main" id="{4D1A919E-FBE8-D223-594A-96060AA057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36" r="1" b="9067"/>
          <a:stretch>
            <a:fillRect/>
          </a:stretch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84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1946</TotalTime>
  <Words>641</Words>
  <Application>Microsoft Office PowerPoint</Application>
  <PresentationFormat>Widescreen</PresentationFormat>
  <Paragraphs>108</Paragraphs>
  <Slides>17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Comic Sans MS</vt:lpstr>
      <vt:lpstr>Fahkwang Light</vt:lpstr>
      <vt:lpstr>Franklin Gothic</vt:lpstr>
      <vt:lpstr>Nyala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Prêt à relever le défi ? Le monde du chaos vous attend. Courrez, sautez, tirez et survivez aussi longtemps que possible. Combien de points pouvez-vous atteindre ?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Layan Obeid</cp:lastModifiedBy>
  <cp:revision>34</cp:revision>
  <dcterms:created xsi:type="dcterms:W3CDTF">2026-05-06T16:59:54Z</dcterms:created>
  <dcterms:modified xsi:type="dcterms:W3CDTF">2026-05-14T06:27:25Z</dcterms:modified>
</cp:coreProperties>
</file>